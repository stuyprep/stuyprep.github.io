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Lst>
  <p:sldSz cy="5143500" cx="9144000"/>
  <p:notesSz cx="6858000" cy="9144000"/>
  <p:embeddedFontLst>
    <p:embeddedFont>
      <p:font typeface="Bebas Neue"/>
      <p:regular r:id="rId69"/>
    </p:embeddedFont>
    <p:embeddedFont>
      <p:font typeface="Libre Baskerville"/>
      <p:regular r:id="rId70"/>
      <p:bold r:id="rId71"/>
      <p:italic r:id="rId72"/>
      <p:boldItalic r:id="rId73"/>
    </p:embeddedFont>
    <p:embeddedFont>
      <p:font typeface="Leckerli One"/>
      <p:regular r:id="rId74"/>
    </p:embeddedFont>
    <p:embeddedFont>
      <p:font typeface="Merriweather"/>
      <p:regular r:id="rId75"/>
      <p:bold r:id="rId76"/>
      <p:italic r:id="rId77"/>
      <p:boldItalic r:id="rId78"/>
    </p:embeddedFont>
    <p:embeddedFont>
      <p:font typeface="DM Sans"/>
      <p:regular r:id="rId79"/>
      <p:bold r:id="rId80"/>
      <p:italic r:id="rId81"/>
      <p:boldItalic r:id="rId8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DED40DF-FCA5-4BD4-A01F-0AE43B38FAAF}">
  <a:tblStyle styleId="{2DED40DF-FCA5-4BD4-A01F-0AE43B38FAA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font" Target="fonts/DMSans-bold.fntdata"/><Relationship Id="rId82" Type="http://schemas.openxmlformats.org/officeDocument/2006/relationships/font" Target="fonts/DMSans-boldItalic.fntdata"/><Relationship Id="rId81" Type="http://schemas.openxmlformats.org/officeDocument/2006/relationships/font" Target="fonts/DMSans-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LibreBaskerville-boldItalic.fntdata"/><Relationship Id="rId72" Type="http://schemas.openxmlformats.org/officeDocument/2006/relationships/font" Target="fonts/LibreBaskerville-italic.fntdata"/><Relationship Id="rId31" Type="http://schemas.openxmlformats.org/officeDocument/2006/relationships/slide" Target="slides/slide25.xml"/><Relationship Id="rId75" Type="http://schemas.openxmlformats.org/officeDocument/2006/relationships/font" Target="fonts/Merriweather-regular.fntdata"/><Relationship Id="rId30" Type="http://schemas.openxmlformats.org/officeDocument/2006/relationships/slide" Target="slides/slide24.xml"/><Relationship Id="rId74" Type="http://schemas.openxmlformats.org/officeDocument/2006/relationships/font" Target="fonts/LeckerliOne-regular.fntdata"/><Relationship Id="rId33" Type="http://schemas.openxmlformats.org/officeDocument/2006/relationships/slide" Target="slides/slide27.xml"/><Relationship Id="rId77" Type="http://schemas.openxmlformats.org/officeDocument/2006/relationships/font" Target="fonts/Merriweather-italic.fntdata"/><Relationship Id="rId32" Type="http://schemas.openxmlformats.org/officeDocument/2006/relationships/slide" Target="slides/slide26.xml"/><Relationship Id="rId76" Type="http://schemas.openxmlformats.org/officeDocument/2006/relationships/font" Target="fonts/Merriweather-bold.fntdata"/><Relationship Id="rId35" Type="http://schemas.openxmlformats.org/officeDocument/2006/relationships/slide" Target="slides/slide29.xml"/><Relationship Id="rId79" Type="http://schemas.openxmlformats.org/officeDocument/2006/relationships/font" Target="fonts/DMSans-regular.fntdata"/><Relationship Id="rId34" Type="http://schemas.openxmlformats.org/officeDocument/2006/relationships/slide" Target="slides/slide28.xml"/><Relationship Id="rId78" Type="http://schemas.openxmlformats.org/officeDocument/2006/relationships/font" Target="fonts/Merriweather-boldItalic.fntdata"/><Relationship Id="rId71" Type="http://schemas.openxmlformats.org/officeDocument/2006/relationships/font" Target="fonts/LibreBaskerville-bold.fntdata"/><Relationship Id="rId70" Type="http://schemas.openxmlformats.org/officeDocument/2006/relationships/font" Target="fonts/LibreBaskerville-regular.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BebasNeue-regular.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d948132c39_0_1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d948132c39_0_1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Slide designed by Benjamin Xie. Logo designed by Madeleine Villamil.</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d948132c39_0_1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d948132c39_0_1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Slide designed by Benjamin Xie. Logo designed by Madeleine Villamil.</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d948132c39_0_9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d948132c39_0_9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d948132c39_0_9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d948132c39_0_9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d948132c39_0_9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d948132c39_0_9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d948132c39_0_10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3d948132c39_0_10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d948132c39_0_10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d948132c39_0_10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d948132c39_0_10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d948132c39_0_10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d948132c39_0_10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3d948132c39_0_10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d948132c39_0_10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3d948132c39_0_10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d948132c39_0_10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3d948132c39_0_10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d948132c39_0_10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3d948132c39_0_10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d948132c39_0_1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3d948132c39_0_1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d948132c39_0_1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3d948132c39_0_1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d948132c39_0_1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3d948132c39_0_1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d948132c39_0_1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3d948132c39_0_1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d948132c39_0_1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3d948132c39_0_1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3d948132c39_0_1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3d948132c39_0_1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d948132c39_0_1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3d948132c39_0_1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d948132c39_0_1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3d948132c39_0_1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d948132c39_0_1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3d948132c39_0_1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3d948132c39_0_1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3d948132c39_0_1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3d948132c39_0_1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3d948132c39_0_1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3d948132c39_0_1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3d948132c39_0_1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d948132c39_0_1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3d948132c39_0_1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d948132c39_0_1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3d948132c39_0_1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3d948132c39_0_13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3d948132c39_0_13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3d948132c39_0_1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3" name="Google Shape;623;g3d948132c39_0_1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d948132c39_0_1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g3d948132c39_0_1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3d948132c39_0_1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3d948132c39_0_1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3d948132c39_0_1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3" name="Google Shape;653;g3d948132c39_0_1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g3d948132c39_0_14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3" name="Google Shape;663;g3d948132c39_0_14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a:t>
            </a:r>
            <a:endParaRPr sz="1200">
              <a:solidFill>
                <a:schemeClr val="dk1"/>
              </a:solidFill>
              <a:latin typeface="DM Sans"/>
              <a:ea typeface="DM Sans"/>
              <a:cs typeface="DM Sans"/>
              <a:sym typeface="DM San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3d948132c39_0_1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3" name="Google Shape;673;g3d948132c39_0_1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Slide designed by Benjamin Xie and Amy Shrestha.</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3971d7969ad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3971d7969ad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NY-6.SP.1</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Benjamin Xie. Logo by Madeleine Villamil.</a:t>
            </a:r>
            <a:endParaRPr sz="1200">
              <a:solidFill>
                <a:schemeClr val="dk1"/>
              </a:solidFill>
              <a:latin typeface="DM Sans"/>
              <a:ea typeface="DM Sans"/>
              <a:cs typeface="DM Sans"/>
              <a:sym typeface="DM San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g397b9319a2f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3" name="Google Shape;693;g397b9319a2f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NY-6.SP.1</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Benjamin Xie. Logo by Madeleine Villamil.</a:t>
            </a:r>
            <a:endParaRPr sz="1200">
              <a:solidFill>
                <a:schemeClr val="dk1"/>
              </a:solidFill>
              <a:latin typeface="DM Sans"/>
              <a:ea typeface="DM Sans"/>
              <a:cs typeface="DM Sans"/>
              <a:sym typeface="DM San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397b9319a2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4" name="Google Shape;704;g397b9319a2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NY-6.SP.1</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Benjamin Xie. Logo by Madeleine Villamil.</a:t>
            </a:r>
            <a:endParaRPr sz="1200">
              <a:solidFill>
                <a:schemeClr val="dk1"/>
              </a:solidFill>
              <a:latin typeface="DM Sans"/>
              <a:ea typeface="DM Sans"/>
              <a:cs typeface="DM Sans"/>
              <a:sym typeface="DM San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397b9319a2f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5" name="Google Shape;715;g397b9319a2f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NY-6.SP.1</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Benjamin Xie. Logo by Madeleine Villamil.</a:t>
            </a:r>
            <a:endParaRPr sz="1200">
              <a:solidFill>
                <a:schemeClr val="dk1"/>
              </a:solidFill>
              <a:latin typeface="DM Sans"/>
              <a:ea typeface="DM Sans"/>
              <a:cs typeface="DM Sans"/>
              <a:sym typeface="DM San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97b9319a2f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6" name="Google Shape;726;g397b9319a2f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NY-6.SP.1</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Benjamin Xie. Logo by Madeleine Villamil.</a:t>
            </a:r>
            <a:endParaRPr sz="1200">
              <a:solidFill>
                <a:schemeClr val="dk1"/>
              </a:solidFill>
              <a:latin typeface="DM Sans"/>
              <a:ea typeface="DM Sans"/>
              <a:cs typeface="DM Sans"/>
              <a:sym typeface="DM San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97b9319a2f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8" name="Google Shape;738;g397b9319a2f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NY-6.SP.1</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Benjamin Xie. Logo by Madeleine Villamil.</a:t>
            </a:r>
            <a:endParaRPr sz="1200">
              <a:solidFill>
                <a:schemeClr val="dk1"/>
              </a:solidFill>
              <a:latin typeface="DM Sans"/>
              <a:ea typeface="DM Sans"/>
              <a:cs typeface="DM Sans"/>
              <a:sym typeface="DM San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397b9319a2f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1" name="Google Shape;751;g397b9319a2f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NY-6.SP.1</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Benjamin Xie. Logo by Madeleine Villamil.</a:t>
            </a:r>
            <a:endParaRPr sz="1200">
              <a:solidFill>
                <a:schemeClr val="dk1"/>
              </a:solidFill>
              <a:latin typeface="DM Sans"/>
              <a:ea typeface="DM Sans"/>
              <a:cs typeface="DM Sans"/>
              <a:sym typeface="DM San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397b9319a2f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3" name="Google Shape;763;g397b9319a2f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NY-6.SP.1</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Benjamin Xie. Logo by Madeleine Villamil.</a:t>
            </a:r>
            <a:endParaRPr sz="1200">
              <a:solidFill>
                <a:schemeClr val="dk1"/>
              </a:solidFill>
              <a:latin typeface="DM Sans"/>
              <a:ea typeface="DM Sans"/>
              <a:cs typeface="DM Sans"/>
              <a:sym typeface="DM San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g3d948132c39_0_1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6" name="Google Shape;776;g3d948132c39_0_1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NY-6.SP.1</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Benjamin Xie. Logo by Madeleine Villamil.</a:t>
            </a:r>
            <a:endParaRPr sz="1200">
              <a:solidFill>
                <a:schemeClr val="dk1"/>
              </a:solidFill>
              <a:latin typeface="DM Sans"/>
              <a:ea typeface="DM Sans"/>
              <a:cs typeface="DM Sans"/>
              <a:sym typeface="DM San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3d948132c39_0_1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8" name="Google Shape;788;g3d948132c39_0_1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NY-6.SP.1</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Benjamin Xie. Logo by Madeleine Villamil.</a:t>
            </a:r>
            <a:endParaRPr sz="1200">
              <a:solidFill>
                <a:schemeClr val="dk1"/>
              </a:solidFill>
              <a:latin typeface="DM Sans"/>
              <a:ea typeface="DM Sans"/>
              <a:cs typeface="DM Sans"/>
              <a:sym typeface="DM San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g3d948132c39_0_14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0" name="Google Shape;800;g3d948132c39_0_1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NY-6.SP.1</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Benjamin Xie. Logo by Madeleine Villamil.</a:t>
            </a:r>
            <a:endParaRPr sz="1200">
              <a:solidFill>
                <a:schemeClr val="dk1"/>
              </a:solidFill>
              <a:latin typeface="DM Sans"/>
              <a:ea typeface="DM Sans"/>
              <a:cs typeface="DM Sans"/>
              <a:sym typeface="DM San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g3d948132c39_0_14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2" name="Google Shape;812;g3d948132c39_0_1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NY-6.SP.1</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Benjamin Xie. Logo by Madeleine Villamil.</a:t>
            </a:r>
            <a:endParaRPr sz="1200">
              <a:solidFill>
                <a:schemeClr val="dk1"/>
              </a:solidFill>
              <a:latin typeface="DM Sans"/>
              <a:ea typeface="DM Sans"/>
              <a:cs typeface="DM Sans"/>
              <a:sym typeface="DM San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3d948132c39_0_14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4" name="Google Shape;824;g3d948132c39_0_1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NY-6.SP.1</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Benjamin Xie. Logo by Madeleine Villamil.</a:t>
            </a:r>
            <a:endParaRPr sz="1200">
              <a:solidFill>
                <a:schemeClr val="dk1"/>
              </a:solidFill>
              <a:latin typeface="DM Sans"/>
              <a:ea typeface="DM Sans"/>
              <a:cs typeface="DM Sans"/>
              <a:sym typeface="DM San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d948132c39_0_14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6" name="Google Shape;836;g3d948132c39_0_14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NY-6.SP.1</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Benjamin Xie. Logo by Madeleine Villamil.</a:t>
            </a:r>
            <a:endParaRPr sz="1200">
              <a:solidFill>
                <a:schemeClr val="dk1"/>
              </a:solidFill>
              <a:latin typeface="DM Sans"/>
              <a:ea typeface="DM Sans"/>
              <a:cs typeface="DM Sans"/>
              <a:sym typeface="DM San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3d948132c39_0_1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8" name="Google Shape;848;g3d948132c39_0_1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NY-6.SP.1</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Benjamin Xie. Logo by Madeleine Villamil.</a:t>
            </a:r>
            <a:endParaRPr sz="1200">
              <a:solidFill>
                <a:schemeClr val="dk1"/>
              </a:solidFill>
              <a:latin typeface="DM Sans"/>
              <a:ea typeface="DM Sans"/>
              <a:cs typeface="DM Sans"/>
              <a:sym typeface="DM San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3d948132c39_0_15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0" name="Google Shape;860;g3d948132c39_0_15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NY-6.SP.1</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Benjamin Xie. Logo by Madeleine Villamil.</a:t>
            </a:r>
            <a:endParaRPr sz="1200">
              <a:solidFill>
                <a:schemeClr val="dk1"/>
              </a:solidFill>
              <a:latin typeface="DM Sans"/>
              <a:ea typeface="DM Sans"/>
              <a:cs typeface="DM Sans"/>
              <a:sym typeface="DM San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g3d948132c39_0_15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2" name="Google Shape;872;g3d948132c39_0_15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NY-6.SP.1</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Benjamin Xie. Logo by Madeleine Villamil.</a:t>
            </a:r>
            <a:endParaRPr sz="1200">
              <a:solidFill>
                <a:schemeClr val="dk1"/>
              </a:solidFill>
              <a:latin typeface="DM Sans"/>
              <a:ea typeface="DM Sans"/>
              <a:cs typeface="DM Sans"/>
              <a:sym typeface="DM San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397b9319a2f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5" name="Google Shape;885;g397b9319a2f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NY-6.SP.1</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Benjamin Xie. Logo by Madeleine Villamil.</a:t>
            </a:r>
            <a:endParaRPr sz="1200">
              <a:solidFill>
                <a:schemeClr val="dk1"/>
              </a:solidFill>
              <a:latin typeface="DM Sans"/>
              <a:ea typeface="DM Sans"/>
              <a:cs typeface="DM Sans"/>
              <a:sym typeface="DM San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397b9319a2f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5" name="Google Shape;895;g397b9319a2f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NY-6.SP.1</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Benjamin Xie. Logo by Madeleine Villamil.</a:t>
            </a:r>
            <a:endParaRPr sz="1200">
              <a:solidFill>
                <a:schemeClr val="dk1"/>
              </a:solidFill>
              <a:latin typeface="DM Sans"/>
              <a:ea typeface="DM Sans"/>
              <a:cs typeface="DM Sans"/>
              <a:sym typeface="DM San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g397b9319a2f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6" name="Google Shape;906;g397b9319a2f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NY-6.SP.1</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Benjamin Xie. Logo by Madeleine Villamil.</a:t>
            </a:r>
            <a:endParaRPr sz="1200">
              <a:solidFill>
                <a:schemeClr val="dk1"/>
              </a:solidFill>
              <a:latin typeface="DM Sans"/>
              <a:ea typeface="DM Sans"/>
              <a:cs typeface="DM Sans"/>
              <a:sym typeface="DM Sans"/>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g397b9319a2f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6" name="Google Shape;916;g397b9319a2f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NY-6.SP.1</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Benjamin Xie. Logo by Madeleine Villamil.</a:t>
            </a:r>
            <a:endParaRPr sz="1200">
              <a:solidFill>
                <a:schemeClr val="dk1"/>
              </a:solidFill>
              <a:latin typeface="DM Sans"/>
              <a:ea typeface="DM Sans"/>
              <a:cs typeface="DM Sans"/>
              <a:sym typeface="DM Sans"/>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g397b9319a2f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8" name="Google Shape;928;g397b9319a2f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NY-6.SP.1</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Benjamin Xie. Logo by Madeleine Villamil.</a:t>
            </a:r>
            <a:endParaRPr sz="1200">
              <a:solidFill>
                <a:schemeClr val="dk1"/>
              </a:solidFill>
              <a:latin typeface="DM Sans"/>
              <a:ea typeface="DM Sans"/>
              <a:cs typeface="DM Sans"/>
              <a:sym typeface="DM Sans"/>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g397b9319a2f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0" name="Google Shape;940;g397b9319a2f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NY-6.SP.1</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Benjamin Xie. Logo by Madeleine Villamil.</a:t>
            </a:r>
            <a:endParaRPr sz="1200">
              <a:solidFill>
                <a:schemeClr val="dk1"/>
              </a:solidFill>
              <a:latin typeface="DM Sans"/>
              <a:ea typeface="DM Sans"/>
              <a:cs typeface="DM Sans"/>
              <a:sym typeface="DM Sans"/>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g397b9319a2f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2" name="Google Shape;952;g397b9319a2f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NY-6.SP.1</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Benjamin Xie. Logo by Madeleine Villamil.</a:t>
            </a:r>
            <a:endParaRPr sz="1200">
              <a:solidFill>
                <a:schemeClr val="dk1"/>
              </a:solidFill>
              <a:latin typeface="DM Sans"/>
              <a:ea typeface="DM Sans"/>
              <a:cs typeface="DM Sans"/>
              <a:sym typeface="DM Sans"/>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g397b9319a2f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4" name="Google Shape;964;g397b9319a2f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NY-6.SP.1</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Benjamin Xie. Logo by Madeleine Villamil.</a:t>
            </a:r>
            <a:endParaRPr sz="1200">
              <a:solidFill>
                <a:schemeClr val="dk1"/>
              </a:solidFill>
              <a:latin typeface="DM Sans"/>
              <a:ea typeface="DM Sans"/>
              <a:cs typeface="DM Sans"/>
              <a:sym typeface="DM Sans"/>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g397b9319a2f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5" name="Google Shape;975;g397b9319a2f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NY-6.SP.1</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Benjamin Xie. Logo by Madeleine Villamil.</a:t>
            </a:r>
            <a:endParaRPr sz="1200">
              <a:solidFill>
                <a:schemeClr val="dk1"/>
              </a:solidFill>
              <a:latin typeface="DM Sans"/>
              <a:ea typeface="DM Sans"/>
              <a:cs typeface="DM Sans"/>
              <a:sym typeface="DM Sans"/>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g397b9319a2f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7" name="Google Shape;987;g397b9319a2f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NY-6.SP.1</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Benjamin Xie. Logo by Madeleine Villamil.</a:t>
            </a:r>
            <a:endParaRPr sz="1200">
              <a:solidFill>
                <a:schemeClr val="dk1"/>
              </a:solidFill>
              <a:latin typeface="DM Sans"/>
              <a:ea typeface="DM Sans"/>
              <a:cs typeface="DM Sans"/>
              <a:sym typeface="DM Sans"/>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397b9319a2f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9" name="Google Shape;999;g397b9319a2f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NY-6.SP.1</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Benjamin Xie. Logo by Madeleine Villamil.</a:t>
            </a:r>
            <a:endParaRPr sz="1200">
              <a:solidFill>
                <a:schemeClr val="dk1"/>
              </a:solidFill>
              <a:latin typeface="DM Sans"/>
              <a:ea typeface="DM Sans"/>
              <a:cs typeface="DM Sans"/>
              <a:sym typeface="DM Sans"/>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3d948132c39_0_1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1" name="Google Shape;1011;g3d948132c39_0_1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Slide designed by Benjamin Xie. Logo designed by Madeleine Villamil.</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SECTION_TITLE_AND_DESCRIPTION_1_1">
    <p:spTree>
      <p:nvGrpSpPr>
        <p:cNvPr id="50" name="Shape 50"/>
        <p:cNvGrpSpPr/>
        <p:nvPr/>
      </p:nvGrpSpPr>
      <p:grpSpPr>
        <a:xfrm>
          <a:off x="0" y="0"/>
          <a:ext cx="0" cy="0"/>
          <a:chOff x="0" y="0"/>
          <a:chExt cx="0" cy="0"/>
        </a:xfrm>
      </p:grpSpPr>
      <p:pic>
        <p:nvPicPr>
          <p:cNvPr id="51" name="Google Shape;51;p13"/>
          <p:cNvPicPr preferRelativeResize="0"/>
          <p:nvPr/>
        </p:nvPicPr>
        <p:blipFill>
          <a:blip r:embed="rId2">
            <a:alphaModFix amt="75000"/>
          </a:blip>
          <a:stretch>
            <a:fillRect/>
          </a:stretch>
        </p:blipFill>
        <p:spPr>
          <a:xfrm>
            <a:off x="4350075" y="665212"/>
            <a:ext cx="4078151" cy="3927375"/>
          </a:xfrm>
          <a:prstGeom prst="rect">
            <a:avLst/>
          </a:prstGeom>
          <a:noFill/>
          <a:ln>
            <a:noFill/>
          </a:ln>
        </p:spPr>
      </p:pic>
      <p:pic>
        <p:nvPicPr>
          <p:cNvPr id="52" name="Google Shape;52;p13"/>
          <p:cNvPicPr preferRelativeResize="0"/>
          <p:nvPr/>
        </p:nvPicPr>
        <p:blipFill>
          <a:blip r:embed="rId3">
            <a:alphaModFix amt="55000"/>
          </a:blip>
          <a:stretch>
            <a:fillRect/>
          </a:stretch>
        </p:blipFill>
        <p:spPr>
          <a:xfrm flipH="1">
            <a:off x="490460" y="1223675"/>
            <a:ext cx="3227225" cy="3330400"/>
          </a:xfrm>
          <a:prstGeom prst="rect">
            <a:avLst/>
          </a:prstGeom>
          <a:noFill/>
          <a:ln>
            <a:noFill/>
          </a:ln>
        </p:spPr>
      </p:pic>
      <p:sp>
        <p:nvSpPr>
          <p:cNvPr id="53" name="Google Shape;53;p13"/>
          <p:cNvSpPr txBox="1"/>
          <p:nvPr>
            <p:ph type="title"/>
          </p:nvPr>
        </p:nvSpPr>
        <p:spPr>
          <a:xfrm>
            <a:off x="4552901" y="1696025"/>
            <a:ext cx="3875400" cy="365700"/>
          </a:xfrm>
          <a:prstGeom prst="rect">
            <a:avLst/>
          </a:prstGeom>
          <a:noFill/>
        </p:spPr>
        <p:txBody>
          <a:bodyPr anchorCtr="0" anchor="ctr" bIns="91425" lIns="91425" spcFirstLastPara="1" rIns="91425" wrap="square" tIns="91425">
            <a:normAutofit/>
          </a:bodyPr>
          <a:lstStyle>
            <a:lvl1pPr lvl="0" algn="r">
              <a:spcBef>
                <a:spcPts val="0"/>
              </a:spcBef>
              <a:spcAft>
                <a:spcPts val="0"/>
              </a:spcAft>
              <a:buClr>
                <a:schemeClr val="accent2"/>
              </a:buClr>
              <a:buSzPts val="1800"/>
              <a:buNone/>
              <a:defRPr sz="2000">
                <a:solidFill>
                  <a:schemeClr val="dk2"/>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54" name="Google Shape;54;p13"/>
          <p:cNvSpPr txBox="1"/>
          <p:nvPr>
            <p:ph idx="1" type="subTitle"/>
          </p:nvPr>
        </p:nvSpPr>
        <p:spPr>
          <a:xfrm>
            <a:off x="4342325" y="2333775"/>
            <a:ext cx="4087500" cy="1568100"/>
          </a:xfrm>
          <a:prstGeom prst="rect">
            <a:avLst/>
          </a:prstGeom>
        </p:spPr>
        <p:txBody>
          <a:bodyPr anchorCtr="0" anchor="ctr" bIns="91425" lIns="91425" spcFirstLastPara="1" rIns="91425" wrap="square" tIns="91425">
            <a:normAutofit/>
          </a:bodyPr>
          <a:lstStyle>
            <a:lvl1pPr lvl="0" algn="r">
              <a:lnSpc>
                <a:spcPct val="100000"/>
              </a:lnSpc>
              <a:spcBef>
                <a:spcPts val="0"/>
              </a:spcBef>
              <a:spcAft>
                <a:spcPts val="0"/>
              </a:spcAft>
              <a:buNone/>
              <a:defRPr sz="1600"/>
            </a:lvl1pPr>
            <a:lvl2pPr lvl="1" algn="r">
              <a:lnSpc>
                <a:spcPct val="100000"/>
              </a:lnSpc>
              <a:spcBef>
                <a:spcPts val="1200"/>
              </a:spcBef>
              <a:spcAft>
                <a:spcPts val="0"/>
              </a:spcAft>
              <a:buNone/>
              <a:defRPr sz="1600"/>
            </a:lvl2pPr>
            <a:lvl3pPr lvl="2" algn="r">
              <a:lnSpc>
                <a:spcPct val="100000"/>
              </a:lnSpc>
              <a:spcBef>
                <a:spcPts val="1200"/>
              </a:spcBef>
              <a:spcAft>
                <a:spcPts val="0"/>
              </a:spcAft>
              <a:buNone/>
              <a:defRPr sz="1600"/>
            </a:lvl3pPr>
            <a:lvl4pPr lvl="3" algn="r">
              <a:lnSpc>
                <a:spcPct val="100000"/>
              </a:lnSpc>
              <a:spcBef>
                <a:spcPts val="1200"/>
              </a:spcBef>
              <a:spcAft>
                <a:spcPts val="0"/>
              </a:spcAft>
              <a:buNone/>
              <a:defRPr sz="1600"/>
            </a:lvl4pPr>
            <a:lvl5pPr lvl="4" algn="r">
              <a:lnSpc>
                <a:spcPct val="100000"/>
              </a:lnSpc>
              <a:spcBef>
                <a:spcPts val="1200"/>
              </a:spcBef>
              <a:spcAft>
                <a:spcPts val="0"/>
              </a:spcAft>
              <a:buNone/>
              <a:defRPr sz="1600"/>
            </a:lvl5pPr>
            <a:lvl6pPr lvl="5" algn="r">
              <a:lnSpc>
                <a:spcPct val="100000"/>
              </a:lnSpc>
              <a:spcBef>
                <a:spcPts val="1200"/>
              </a:spcBef>
              <a:spcAft>
                <a:spcPts val="0"/>
              </a:spcAft>
              <a:buNone/>
              <a:defRPr sz="1600"/>
            </a:lvl6pPr>
            <a:lvl7pPr lvl="6" algn="r">
              <a:lnSpc>
                <a:spcPct val="100000"/>
              </a:lnSpc>
              <a:spcBef>
                <a:spcPts val="1200"/>
              </a:spcBef>
              <a:spcAft>
                <a:spcPts val="0"/>
              </a:spcAft>
              <a:buNone/>
              <a:defRPr sz="1600"/>
            </a:lvl7pPr>
            <a:lvl8pPr lvl="7" algn="r">
              <a:lnSpc>
                <a:spcPct val="100000"/>
              </a:lnSpc>
              <a:spcBef>
                <a:spcPts val="1200"/>
              </a:spcBef>
              <a:spcAft>
                <a:spcPts val="0"/>
              </a:spcAft>
              <a:buNone/>
              <a:defRPr sz="1600"/>
            </a:lvl8pPr>
            <a:lvl9pPr lvl="8" algn="r">
              <a:lnSpc>
                <a:spcPct val="100000"/>
              </a:lnSpc>
              <a:spcBef>
                <a:spcPts val="1200"/>
              </a:spcBef>
              <a:spcAft>
                <a:spcPts val="1200"/>
              </a:spcAft>
              <a:buNone/>
              <a:defRPr sz="1600"/>
            </a:lvl9pPr>
          </a:lstStyle>
          <a:p/>
        </p:txBody>
      </p:sp>
      <p:sp>
        <p:nvSpPr>
          <p:cNvPr id="55" name="Google Shape;55;p13"/>
          <p:cNvSpPr/>
          <p:nvPr/>
        </p:nvSpPr>
        <p:spPr>
          <a:xfrm flipH="1">
            <a:off x="226985" y="206940"/>
            <a:ext cx="8690031" cy="4729620"/>
          </a:xfrm>
          <a:custGeom>
            <a:rect b="b" l="l" r="r" t="t"/>
            <a:pathLst>
              <a:path extrusionOk="0" fill="none" h="182031" w="284476">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cap="rnd" cmpd="sng" w="269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3"/>
          <p:cNvSpPr txBox="1"/>
          <p:nvPr>
            <p:ph idx="2" type="title"/>
          </p:nvPr>
        </p:nvSpPr>
        <p:spPr>
          <a:xfrm>
            <a:off x="714125" y="546825"/>
            <a:ext cx="7715700" cy="365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2"/>
              </a:buClr>
              <a:buSzPts val="2400"/>
              <a:buNone/>
              <a:defRPr sz="3000"/>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SECTION_HEADER_1">
    <p:spTree>
      <p:nvGrpSpPr>
        <p:cNvPr id="57" name="Shape 57"/>
        <p:cNvGrpSpPr/>
        <p:nvPr/>
      </p:nvGrpSpPr>
      <p:grpSpPr>
        <a:xfrm>
          <a:off x="0" y="0"/>
          <a:ext cx="0" cy="0"/>
          <a:chOff x="0" y="0"/>
          <a:chExt cx="0" cy="0"/>
        </a:xfrm>
      </p:grpSpPr>
      <p:pic>
        <p:nvPicPr>
          <p:cNvPr id="58" name="Google Shape;58;p14"/>
          <p:cNvPicPr preferRelativeResize="0"/>
          <p:nvPr/>
        </p:nvPicPr>
        <p:blipFill>
          <a:blip r:embed="rId2">
            <a:alphaModFix amt="35000"/>
          </a:blip>
          <a:stretch>
            <a:fillRect/>
          </a:stretch>
        </p:blipFill>
        <p:spPr>
          <a:xfrm>
            <a:off x="1176338" y="1157288"/>
            <a:ext cx="6791325" cy="2828925"/>
          </a:xfrm>
          <a:prstGeom prst="rect">
            <a:avLst/>
          </a:prstGeom>
          <a:noFill/>
          <a:ln>
            <a:noFill/>
          </a:ln>
        </p:spPr>
      </p:pic>
      <p:sp>
        <p:nvSpPr>
          <p:cNvPr id="59" name="Google Shape;59;p14"/>
          <p:cNvSpPr txBox="1"/>
          <p:nvPr>
            <p:ph idx="1" type="subTitle"/>
          </p:nvPr>
        </p:nvSpPr>
        <p:spPr>
          <a:xfrm>
            <a:off x="2863350" y="3448131"/>
            <a:ext cx="3417300" cy="4104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None/>
              <a:defRPr sz="2000"/>
            </a:lvl1pPr>
            <a:lvl2pPr lvl="1">
              <a:spcBef>
                <a:spcPts val="0"/>
              </a:spcBef>
              <a:spcAft>
                <a:spcPts val="0"/>
              </a:spcAft>
              <a:buNone/>
              <a:defRPr sz="2000"/>
            </a:lvl2pPr>
            <a:lvl3pPr lvl="2">
              <a:spcBef>
                <a:spcPts val="0"/>
              </a:spcBef>
              <a:spcAft>
                <a:spcPts val="0"/>
              </a:spcAft>
              <a:buNone/>
              <a:defRPr sz="2000"/>
            </a:lvl3pPr>
            <a:lvl4pPr lvl="3">
              <a:spcBef>
                <a:spcPts val="0"/>
              </a:spcBef>
              <a:spcAft>
                <a:spcPts val="0"/>
              </a:spcAft>
              <a:buNone/>
              <a:defRPr sz="2000"/>
            </a:lvl4pPr>
            <a:lvl5pPr lvl="4">
              <a:spcBef>
                <a:spcPts val="0"/>
              </a:spcBef>
              <a:spcAft>
                <a:spcPts val="0"/>
              </a:spcAft>
              <a:buNone/>
              <a:defRPr sz="2000"/>
            </a:lvl5pPr>
            <a:lvl6pPr lvl="5">
              <a:spcBef>
                <a:spcPts val="0"/>
              </a:spcBef>
              <a:spcAft>
                <a:spcPts val="0"/>
              </a:spcAft>
              <a:buNone/>
              <a:defRPr sz="2000"/>
            </a:lvl6pPr>
            <a:lvl7pPr lvl="6">
              <a:spcBef>
                <a:spcPts val="0"/>
              </a:spcBef>
              <a:spcAft>
                <a:spcPts val="0"/>
              </a:spcAft>
              <a:buNone/>
              <a:defRPr sz="2000"/>
            </a:lvl7pPr>
            <a:lvl8pPr lvl="7">
              <a:spcBef>
                <a:spcPts val="0"/>
              </a:spcBef>
              <a:spcAft>
                <a:spcPts val="0"/>
              </a:spcAft>
              <a:buNone/>
              <a:defRPr sz="2000"/>
            </a:lvl8pPr>
            <a:lvl9pPr lvl="8">
              <a:spcBef>
                <a:spcPts val="0"/>
              </a:spcBef>
              <a:spcAft>
                <a:spcPts val="0"/>
              </a:spcAft>
              <a:buNone/>
              <a:defRPr sz="2000"/>
            </a:lvl9pPr>
          </a:lstStyle>
          <a:p/>
        </p:txBody>
      </p:sp>
      <p:sp>
        <p:nvSpPr>
          <p:cNvPr id="60" name="Google Shape;60;p14"/>
          <p:cNvSpPr txBox="1"/>
          <p:nvPr>
            <p:ph type="title"/>
          </p:nvPr>
        </p:nvSpPr>
        <p:spPr>
          <a:xfrm>
            <a:off x="1345800" y="1284969"/>
            <a:ext cx="6452400" cy="2067300"/>
          </a:xfrm>
          <a:prstGeom prst="rect">
            <a:avLst/>
          </a:prstGeom>
        </p:spPr>
        <p:txBody>
          <a:bodyPr anchorCtr="0" anchor="ctr" bIns="91425" lIns="91425" spcFirstLastPara="1" rIns="91425" wrap="square" tIns="91425">
            <a:normAutofit/>
          </a:bodyPr>
          <a:lstStyle>
            <a:lvl1pPr lvl="0" algn="ctr">
              <a:lnSpc>
                <a:spcPct val="115000"/>
              </a:lnSpc>
              <a:spcBef>
                <a:spcPts val="0"/>
              </a:spcBef>
              <a:spcAft>
                <a:spcPts val="0"/>
              </a:spcAft>
              <a:buClr>
                <a:schemeClr val="accent2"/>
              </a:buClr>
              <a:buSzPts val="2400"/>
              <a:buNone/>
              <a:defRPr sz="2900">
                <a:solidFill>
                  <a:schemeClr val="dk2"/>
                </a:solidFill>
              </a:defRPr>
            </a:lvl1pPr>
            <a:lvl2pPr lvl="1" algn="ctr">
              <a:spcBef>
                <a:spcPts val="0"/>
              </a:spcBef>
              <a:spcAft>
                <a:spcPts val="0"/>
              </a:spcAft>
              <a:buClr>
                <a:schemeClr val="accent2"/>
              </a:buClr>
              <a:buSzPts val="3600"/>
              <a:buNone/>
              <a:defRPr sz="3600">
                <a:solidFill>
                  <a:schemeClr val="accent2"/>
                </a:solidFill>
              </a:defRPr>
            </a:lvl2pPr>
            <a:lvl3pPr lvl="2" algn="ctr">
              <a:spcBef>
                <a:spcPts val="0"/>
              </a:spcBef>
              <a:spcAft>
                <a:spcPts val="0"/>
              </a:spcAft>
              <a:buClr>
                <a:schemeClr val="accent2"/>
              </a:buClr>
              <a:buSzPts val="3600"/>
              <a:buNone/>
              <a:defRPr sz="3600">
                <a:solidFill>
                  <a:schemeClr val="accent2"/>
                </a:solidFill>
              </a:defRPr>
            </a:lvl3pPr>
            <a:lvl4pPr lvl="3" algn="ctr">
              <a:spcBef>
                <a:spcPts val="0"/>
              </a:spcBef>
              <a:spcAft>
                <a:spcPts val="0"/>
              </a:spcAft>
              <a:buClr>
                <a:schemeClr val="accent2"/>
              </a:buClr>
              <a:buSzPts val="3600"/>
              <a:buNone/>
              <a:defRPr sz="3600">
                <a:solidFill>
                  <a:schemeClr val="accent2"/>
                </a:solidFill>
              </a:defRPr>
            </a:lvl4pPr>
            <a:lvl5pPr lvl="4" algn="ctr">
              <a:spcBef>
                <a:spcPts val="0"/>
              </a:spcBef>
              <a:spcAft>
                <a:spcPts val="0"/>
              </a:spcAft>
              <a:buClr>
                <a:schemeClr val="accent2"/>
              </a:buClr>
              <a:buSzPts val="3600"/>
              <a:buNone/>
              <a:defRPr sz="3600">
                <a:solidFill>
                  <a:schemeClr val="accent2"/>
                </a:solidFill>
              </a:defRPr>
            </a:lvl5pPr>
            <a:lvl6pPr lvl="5" algn="ctr">
              <a:spcBef>
                <a:spcPts val="0"/>
              </a:spcBef>
              <a:spcAft>
                <a:spcPts val="0"/>
              </a:spcAft>
              <a:buClr>
                <a:schemeClr val="accent2"/>
              </a:buClr>
              <a:buSzPts val="3600"/>
              <a:buNone/>
              <a:defRPr sz="3600">
                <a:solidFill>
                  <a:schemeClr val="accent2"/>
                </a:solidFill>
              </a:defRPr>
            </a:lvl6pPr>
            <a:lvl7pPr lvl="6" algn="ctr">
              <a:spcBef>
                <a:spcPts val="0"/>
              </a:spcBef>
              <a:spcAft>
                <a:spcPts val="0"/>
              </a:spcAft>
              <a:buClr>
                <a:schemeClr val="accent2"/>
              </a:buClr>
              <a:buSzPts val="3600"/>
              <a:buNone/>
              <a:defRPr sz="3600">
                <a:solidFill>
                  <a:schemeClr val="accent2"/>
                </a:solidFill>
              </a:defRPr>
            </a:lvl7pPr>
            <a:lvl8pPr lvl="7" algn="ctr">
              <a:spcBef>
                <a:spcPts val="0"/>
              </a:spcBef>
              <a:spcAft>
                <a:spcPts val="0"/>
              </a:spcAft>
              <a:buClr>
                <a:schemeClr val="accent2"/>
              </a:buClr>
              <a:buSzPts val="3600"/>
              <a:buNone/>
              <a:defRPr sz="3600">
                <a:solidFill>
                  <a:schemeClr val="accent2"/>
                </a:solidFill>
              </a:defRPr>
            </a:lvl8pPr>
            <a:lvl9pPr lvl="8" algn="ctr">
              <a:spcBef>
                <a:spcPts val="0"/>
              </a:spcBef>
              <a:spcAft>
                <a:spcPts val="0"/>
              </a:spcAft>
              <a:buClr>
                <a:schemeClr val="accent2"/>
              </a:buClr>
              <a:buSzPts val="3600"/>
              <a:buNone/>
              <a:defRPr sz="3600">
                <a:solidFill>
                  <a:schemeClr val="accent2"/>
                </a:solidFill>
              </a:defRPr>
            </a:lvl9pPr>
          </a:lstStyle>
          <a:p/>
        </p:txBody>
      </p:sp>
      <p:sp>
        <p:nvSpPr>
          <p:cNvPr id="61" name="Google Shape;61;p14"/>
          <p:cNvSpPr/>
          <p:nvPr/>
        </p:nvSpPr>
        <p:spPr>
          <a:xfrm flipH="1">
            <a:off x="226985" y="206940"/>
            <a:ext cx="8690031" cy="4729620"/>
          </a:xfrm>
          <a:custGeom>
            <a:rect b="b" l="l" r="r" t="t"/>
            <a:pathLst>
              <a:path extrusionOk="0" fill="none" h="182031" w="284476">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cap="rnd" cmpd="sng" w="269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SECTION_HEADER_1_1_1_1_2_1">
    <p:spTree>
      <p:nvGrpSpPr>
        <p:cNvPr id="62" name="Shape 62"/>
        <p:cNvGrpSpPr/>
        <p:nvPr/>
      </p:nvGrpSpPr>
      <p:grpSpPr>
        <a:xfrm>
          <a:off x="0" y="0"/>
          <a:ext cx="0" cy="0"/>
          <a:chOff x="0" y="0"/>
          <a:chExt cx="0" cy="0"/>
        </a:xfrm>
      </p:grpSpPr>
      <p:pic>
        <p:nvPicPr>
          <p:cNvPr id="63" name="Google Shape;63;p15"/>
          <p:cNvPicPr preferRelativeResize="0"/>
          <p:nvPr/>
        </p:nvPicPr>
        <p:blipFill>
          <a:blip r:embed="rId2">
            <a:alphaModFix amt="55000"/>
          </a:blip>
          <a:stretch>
            <a:fillRect/>
          </a:stretch>
        </p:blipFill>
        <p:spPr>
          <a:xfrm flipH="1">
            <a:off x="2914735" y="693875"/>
            <a:ext cx="3227225" cy="3330400"/>
          </a:xfrm>
          <a:prstGeom prst="rect">
            <a:avLst/>
          </a:prstGeom>
          <a:noFill/>
          <a:ln>
            <a:noFill/>
          </a:ln>
        </p:spPr>
      </p:pic>
      <p:pic>
        <p:nvPicPr>
          <p:cNvPr id="64" name="Google Shape;64;p15"/>
          <p:cNvPicPr preferRelativeResize="0"/>
          <p:nvPr/>
        </p:nvPicPr>
        <p:blipFill>
          <a:blip r:embed="rId3">
            <a:alphaModFix amt="75000"/>
          </a:blip>
          <a:stretch>
            <a:fillRect/>
          </a:stretch>
        </p:blipFill>
        <p:spPr>
          <a:xfrm>
            <a:off x="0" y="0"/>
            <a:ext cx="2060450" cy="1984276"/>
          </a:xfrm>
          <a:prstGeom prst="rect">
            <a:avLst/>
          </a:prstGeom>
          <a:noFill/>
          <a:ln>
            <a:noFill/>
          </a:ln>
        </p:spPr>
      </p:pic>
      <p:pic>
        <p:nvPicPr>
          <p:cNvPr id="65" name="Google Shape;65;p15"/>
          <p:cNvPicPr preferRelativeResize="0"/>
          <p:nvPr/>
        </p:nvPicPr>
        <p:blipFill>
          <a:blip r:embed="rId3">
            <a:alphaModFix amt="75000"/>
          </a:blip>
          <a:stretch>
            <a:fillRect/>
          </a:stretch>
        </p:blipFill>
        <p:spPr>
          <a:xfrm rot="10800000">
            <a:off x="7083550" y="3159225"/>
            <a:ext cx="2060450" cy="1984276"/>
          </a:xfrm>
          <a:prstGeom prst="rect">
            <a:avLst/>
          </a:prstGeom>
          <a:noFill/>
          <a:ln>
            <a:noFill/>
          </a:ln>
        </p:spPr>
      </p:pic>
      <p:sp>
        <p:nvSpPr>
          <p:cNvPr id="66" name="Google Shape;66;p15"/>
          <p:cNvSpPr txBox="1"/>
          <p:nvPr>
            <p:ph type="title"/>
          </p:nvPr>
        </p:nvSpPr>
        <p:spPr>
          <a:xfrm>
            <a:off x="714125" y="544075"/>
            <a:ext cx="7715700" cy="365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2"/>
              </a:buClr>
              <a:buSzPts val="2400"/>
              <a:buNone/>
              <a:defRPr sz="3000"/>
            </a:lvl1pPr>
            <a:lvl2pPr lvl="1" algn="ctr">
              <a:spcBef>
                <a:spcPts val="0"/>
              </a:spcBef>
              <a:spcAft>
                <a:spcPts val="0"/>
              </a:spcAft>
              <a:buClr>
                <a:schemeClr val="accent2"/>
              </a:buClr>
              <a:buSzPts val="3600"/>
              <a:buNone/>
              <a:defRPr sz="3600">
                <a:solidFill>
                  <a:schemeClr val="accent2"/>
                </a:solidFill>
              </a:defRPr>
            </a:lvl2pPr>
            <a:lvl3pPr lvl="2" algn="ctr">
              <a:spcBef>
                <a:spcPts val="0"/>
              </a:spcBef>
              <a:spcAft>
                <a:spcPts val="0"/>
              </a:spcAft>
              <a:buClr>
                <a:schemeClr val="accent2"/>
              </a:buClr>
              <a:buSzPts val="3600"/>
              <a:buNone/>
              <a:defRPr sz="3600">
                <a:solidFill>
                  <a:schemeClr val="accent2"/>
                </a:solidFill>
              </a:defRPr>
            </a:lvl3pPr>
            <a:lvl4pPr lvl="3" algn="ctr">
              <a:spcBef>
                <a:spcPts val="0"/>
              </a:spcBef>
              <a:spcAft>
                <a:spcPts val="0"/>
              </a:spcAft>
              <a:buClr>
                <a:schemeClr val="accent2"/>
              </a:buClr>
              <a:buSzPts val="3600"/>
              <a:buNone/>
              <a:defRPr sz="3600">
                <a:solidFill>
                  <a:schemeClr val="accent2"/>
                </a:solidFill>
              </a:defRPr>
            </a:lvl4pPr>
            <a:lvl5pPr lvl="4" algn="ctr">
              <a:spcBef>
                <a:spcPts val="0"/>
              </a:spcBef>
              <a:spcAft>
                <a:spcPts val="0"/>
              </a:spcAft>
              <a:buClr>
                <a:schemeClr val="accent2"/>
              </a:buClr>
              <a:buSzPts val="3600"/>
              <a:buNone/>
              <a:defRPr sz="3600">
                <a:solidFill>
                  <a:schemeClr val="accent2"/>
                </a:solidFill>
              </a:defRPr>
            </a:lvl5pPr>
            <a:lvl6pPr lvl="5" algn="ctr">
              <a:spcBef>
                <a:spcPts val="0"/>
              </a:spcBef>
              <a:spcAft>
                <a:spcPts val="0"/>
              </a:spcAft>
              <a:buClr>
                <a:schemeClr val="accent2"/>
              </a:buClr>
              <a:buSzPts val="3600"/>
              <a:buNone/>
              <a:defRPr sz="3600">
                <a:solidFill>
                  <a:schemeClr val="accent2"/>
                </a:solidFill>
              </a:defRPr>
            </a:lvl6pPr>
            <a:lvl7pPr lvl="6" algn="ctr">
              <a:spcBef>
                <a:spcPts val="0"/>
              </a:spcBef>
              <a:spcAft>
                <a:spcPts val="0"/>
              </a:spcAft>
              <a:buClr>
                <a:schemeClr val="accent2"/>
              </a:buClr>
              <a:buSzPts val="3600"/>
              <a:buNone/>
              <a:defRPr sz="3600">
                <a:solidFill>
                  <a:schemeClr val="accent2"/>
                </a:solidFill>
              </a:defRPr>
            </a:lvl7pPr>
            <a:lvl8pPr lvl="7" algn="ctr">
              <a:spcBef>
                <a:spcPts val="0"/>
              </a:spcBef>
              <a:spcAft>
                <a:spcPts val="0"/>
              </a:spcAft>
              <a:buClr>
                <a:schemeClr val="accent2"/>
              </a:buClr>
              <a:buSzPts val="3600"/>
              <a:buNone/>
              <a:defRPr sz="3600">
                <a:solidFill>
                  <a:schemeClr val="accent2"/>
                </a:solidFill>
              </a:defRPr>
            </a:lvl8pPr>
            <a:lvl9pPr lvl="8" algn="ctr">
              <a:spcBef>
                <a:spcPts val="0"/>
              </a:spcBef>
              <a:spcAft>
                <a:spcPts val="0"/>
              </a:spcAft>
              <a:buClr>
                <a:schemeClr val="accent2"/>
              </a:buClr>
              <a:buSzPts val="3600"/>
              <a:buNone/>
              <a:defRPr sz="3600">
                <a:solidFill>
                  <a:schemeClr val="accent2"/>
                </a:solidFill>
              </a:defRPr>
            </a:lvl9pPr>
          </a:lstStyle>
          <a:p/>
        </p:txBody>
      </p:sp>
      <p:sp>
        <p:nvSpPr>
          <p:cNvPr id="67" name="Google Shape;67;p15"/>
          <p:cNvSpPr/>
          <p:nvPr/>
        </p:nvSpPr>
        <p:spPr>
          <a:xfrm flipH="1">
            <a:off x="226985" y="206940"/>
            <a:ext cx="8690031" cy="4729620"/>
          </a:xfrm>
          <a:custGeom>
            <a:rect b="b" l="l" r="r" t="t"/>
            <a:pathLst>
              <a:path extrusionOk="0" fill="none" h="182031" w="284476">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cap="rnd" cmpd="sng" w="269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5"/>
          <p:cNvSpPr txBox="1"/>
          <p:nvPr>
            <p:ph idx="1" type="subTitle"/>
          </p:nvPr>
        </p:nvSpPr>
        <p:spPr>
          <a:xfrm flipH="1">
            <a:off x="6125100" y="1374075"/>
            <a:ext cx="2298900" cy="438600"/>
          </a:xfrm>
          <a:prstGeom prst="rect">
            <a:avLst/>
          </a:prstGeom>
        </p:spPr>
        <p:txBody>
          <a:bodyPr anchorCtr="0" anchor="t" bIns="91425" lIns="91425" spcFirstLastPara="1" rIns="91425" wrap="square" tIns="91425">
            <a:normAutofit/>
          </a:bodyPr>
          <a:lstStyle>
            <a:lvl1pPr lvl="0" algn="r">
              <a:lnSpc>
                <a:spcPct val="100000"/>
              </a:lnSpc>
              <a:spcBef>
                <a:spcPts val="0"/>
              </a:spcBef>
              <a:spcAft>
                <a:spcPts val="0"/>
              </a:spcAft>
              <a:buSzPts val="1800"/>
              <a:buFont typeface="Bebas Neue"/>
              <a:buNone/>
              <a:defRPr b="1" sz="2000">
                <a:latin typeface="Libre Baskerville"/>
                <a:ea typeface="Libre Baskerville"/>
                <a:cs typeface="Libre Baskerville"/>
                <a:sym typeface="Libre Baskerville"/>
              </a:defRPr>
            </a:lvl1pPr>
            <a:lvl2pPr lvl="1" algn="ctr">
              <a:lnSpc>
                <a:spcPct val="100000"/>
              </a:lnSpc>
              <a:spcBef>
                <a:spcPts val="0"/>
              </a:spcBef>
              <a:spcAft>
                <a:spcPts val="0"/>
              </a:spcAft>
              <a:buSzPts val="1400"/>
              <a:buFont typeface="Bebas Neue"/>
              <a:buNone/>
              <a:defRPr>
                <a:latin typeface="Bebas Neue"/>
                <a:ea typeface="Bebas Neue"/>
                <a:cs typeface="Bebas Neue"/>
                <a:sym typeface="Bebas Neue"/>
              </a:defRPr>
            </a:lvl2pPr>
            <a:lvl3pPr lvl="2" algn="ctr">
              <a:lnSpc>
                <a:spcPct val="100000"/>
              </a:lnSpc>
              <a:spcBef>
                <a:spcPts val="0"/>
              </a:spcBef>
              <a:spcAft>
                <a:spcPts val="0"/>
              </a:spcAft>
              <a:buSzPts val="1400"/>
              <a:buFont typeface="Bebas Neue"/>
              <a:buNone/>
              <a:defRPr>
                <a:latin typeface="Bebas Neue"/>
                <a:ea typeface="Bebas Neue"/>
                <a:cs typeface="Bebas Neue"/>
                <a:sym typeface="Bebas Neue"/>
              </a:defRPr>
            </a:lvl3pPr>
            <a:lvl4pPr lvl="3" algn="ctr">
              <a:lnSpc>
                <a:spcPct val="100000"/>
              </a:lnSpc>
              <a:spcBef>
                <a:spcPts val="0"/>
              </a:spcBef>
              <a:spcAft>
                <a:spcPts val="0"/>
              </a:spcAft>
              <a:buSzPts val="1400"/>
              <a:buFont typeface="Bebas Neue"/>
              <a:buNone/>
              <a:defRPr>
                <a:latin typeface="Bebas Neue"/>
                <a:ea typeface="Bebas Neue"/>
                <a:cs typeface="Bebas Neue"/>
                <a:sym typeface="Bebas Neue"/>
              </a:defRPr>
            </a:lvl4pPr>
            <a:lvl5pPr lvl="4" algn="ctr">
              <a:lnSpc>
                <a:spcPct val="100000"/>
              </a:lnSpc>
              <a:spcBef>
                <a:spcPts val="0"/>
              </a:spcBef>
              <a:spcAft>
                <a:spcPts val="0"/>
              </a:spcAft>
              <a:buSzPts val="1400"/>
              <a:buFont typeface="Bebas Neue"/>
              <a:buNone/>
              <a:defRPr>
                <a:latin typeface="Bebas Neue"/>
                <a:ea typeface="Bebas Neue"/>
                <a:cs typeface="Bebas Neue"/>
                <a:sym typeface="Bebas Neue"/>
              </a:defRPr>
            </a:lvl5pPr>
            <a:lvl6pPr lvl="5" algn="ctr">
              <a:lnSpc>
                <a:spcPct val="100000"/>
              </a:lnSpc>
              <a:spcBef>
                <a:spcPts val="0"/>
              </a:spcBef>
              <a:spcAft>
                <a:spcPts val="0"/>
              </a:spcAft>
              <a:buSzPts val="1400"/>
              <a:buFont typeface="Bebas Neue"/>
              <a:buNone/>
              <a:defRPr>
                <a:latin typeface="Bebas Neue"/>
                <a:ea typeface="Bebas Neue"/>
                <a:cs typeface="Bebas Neue"/>
                <a:sym typeface="Bebas Neue"/>
              </a:defRPr>
            </a:lvl6pPr>
            <a:lvl7pPr lvl="6" algn="ctr">
              <a:lnSpc>
                <a:spcPct val="100000"/>
              </a:lnSpc>
              <a:spcBef>
                <a:spcPts val="0"/>
              </a:spcBef>
              <a:spcAft>
                <a:spcPts val="0"/>
              </a:spcAft>
              <a:buSzPts val="1400"/>
              <a:buFont typeface="Bebas Neue"/>
              <a:buNone/>
              <a:defRPr>
                <a:latin typeface="Bebas Neue"/>
                <a:ea typeface="Bebas Neue"/>
                <a:cs typeface="Bebas Neue"/>
                <a:sym typeface="Bebas Neue"/>
              </a:defRPr>
            </a:lvl7pPr>
            <a:lvl8pPr lvl="7" algn="ctr">
              <a:lnSpc>
                <a:spcPct val="100000"/>
              </a:lnSpc>
              <a:spcBef>
                <a:spcPts val="0"/>
              </a:spcBef>
              <a:spcAft>
                <a:spcPts val="0"/>
              </a:spcAft>
              <a:buSzPts val="1400"/>
              <a:buFont typeface="Bebas Neue"/>
              <a:buNone/>
              <a:defRPr>
                <a:latin typeface="Bebas Neue"/>
                <a:ea typeface="Bebas Neue"/>
                <a:cs typeface="Bebas Neue"/>
                <a:sym typeface="Bebas Neue"/>
              </a:defRPr>
            </a:lvl8pPr>
            <a:lvl9pPr lvl="8" algn="ctr">
              <a:lnSpc>
                <a:spcPct val="100000"/>
              </a:lnSpc>
              <a:spcBef>
                <a:spcPts val="0"/>
              </a:spcBef>
              <a:spcAft>
                <a:spcPts val="0"/>
              </a:spcAft>
              <a:buSzPts val="1400"/>
              <a:buFont typeface="Bebas Neue"/>
              <a:buNone/>
              <a:defRPr>
                <a:latin typeface="Bebas Neue"/>
                <a:ea typeface="Bebas Neue"/>
                <a:cs typeface="Bebas Neue"/>
                <a:sym typeface="Bebas Neue"/>
              </a:defRPr>
            </a:lvl9pPr>
          </a:lstStyle>
          <a:p/>
        </p:txBody>
      </p:sp>
      <p:sp>
        <p:nvSpPr>
          <p:cNvPr id="69" name="Google Shape;69;p15"/>
          <p:cNvSpPr txBox="1"/>
          <p:nvPr>
            <p:ph idx="2" type="subTitle"/>
          </p:nvPr>
        </p:nvSpPr>
        <p:spPr>
          <a:xfrm flipH="1">
            <a:off x="720025" y="2847050"/>
            <a:ext cx="2298900" cy="438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800"/>
              <a:buFont typeface="Bebas Neue"/>
              <a:buNone/>
              <a:defRPr b="1" sz="2000">
                <a:latin typeface="Libre Baskerville"/>
                <a:ea typeface="Libre Baskerville"/>
                <a:cs typeface="Libre Baskerville"/>
                <a:sym typeface="Libre Baskerville"/>
              </a:defRPr>
            </a:lvl1pPr>
            <a:lvl2pPr lvl="1" algn="ctr">
              <a:lnSpc>
                <a:spcPct val="100000"/>
              </a:lnSpc>
              <a:spcBef>
                <a:spcPts val="0"/>
              </a:spcBef>
              <a:spcAft>
                <a:spcPts val="0"/>
              </a:spcAft>
              <a:buSzPts val="1400"/>
              <a:buFont typeface="Bebas Neue"/>
              <a:buNone/>
              <a:defRPr>
                <a:latin typeface="Bebas Neue"/>
                <a:ea typeface="Bebas Neue"/>
                <a:cs typeface="Bebas Neue"/>
                <a:sym typeface="Bebas Neue"/>
              </a:defRPr>
            </a:lvl2pPr>
            <a:lvl3pPr lvl="2" algn="ctr">
              <a:lnSpc>
                <a:spcPct val="100000"/>
              </a:lnSpc>
              <a:spcBef>
                <a:spcPts val="0"/>
              </a:spcBef>
              <a:spcAft>
                <a:spcPts val="0"/>
              </a:spcAft>
              <a:buSzPts val="1400"/>
              <a:buFont typeface="Bebas Neue"/>
              <a:buNone/>
              <a:defRPr>
                <a:latin typeface="Bebas Neue"/>
                <a:ea typeface="Bebas Neue"/>
                <a:cs typeface="Bebas Neue"/>
                <a:sym typeface="Bebas Neue"/>
              </a:defRPr>
            </a:lvl3pPr>
            <a:lvl4pPr lvl="3" algn="ctr">
              <a:lnSpc>
                <a:spcPct val="100000"/>
              </a:lnSpc>
              <a:spcBef>
                <a:spcPts val="0"/>
              </a:spcBef>
              <a:spcAft>
                <a:spcPts val="0"/>
              </a:spcAft>
              <a:buSzPts val="1400"/>
              <a:buFont typeface="Bebas Neue"/>
              <a:buNone/>
              <a:defRPr>
                <a:latin typeface="Bebas Neue"/>
                <a:ea typeface="Bebas Neue"/>
                <a:cs typeface="Bebas Neue"/>
                <a:sym typeface="Bebas Neue"/>
              </a:defRPr>
            </a:lvl4pPr>
            <a:lvl5pPr lvl="4" algn="ctr">
              <a:lnSpc>
                <a:spcPct val="100000"/>
              </a:lnSpc>
              <a:spcBef>
                <a:spcPts val="0"/>
              </a:spcBef>
              <a:spcAft>
                <a:spcPts val="0"/>
              </a:spcAft>
              <a:buSzPts val="1400"/>
              <a:buFont typeface="Bebas Neue"/>
              <a:buNone/>
              <a:defRPr>
                <a:latin typeface="Bebas Neue"/>
                <a:ea typeface="Bebas Neue"/>
                <a:cs typeface="Bebas Neue"/>
                <a:sym typeface="Bebas Neue"/>
              </a:defRPr>
            </a:lvl5pPr>
            <a:lvl6pPr lvl="5" algn="ctr">
              <a:lnSpc>
                <a:spcPct val="100000"/>
              </a:lnSpc>
              <a:spcBef>
                <a:spcPts val="0"/>
              </a:spcBef>
              <a:spcAft>
                <a:spcPts val="0"/>
              </a:spcAft>
              <a:buSzPts val="1400"/>
              <a:buFont typeface="Bebas Neue"/>
              <a:buNone/>
              <a:defRPr>
                <a:latin typeface="Bebas Neue"/>
                <a:ea typeface="Bebas Neue"/>
                <a:cs typeface="Bebas Neue"/>
                <a:sym typeface="Bebas Neue"/>
              </a:defRPr>
            </a:lvl6pPr>
            <a:lvl7pPr lvl="6" algn="ctr">
              <a:lnSpc>
                <a:spcPct val="100000"/>
              </a:lnSpc>
              <a:spcBef>
                <a:spcPts val="0"/>
              </a:spcBef>
              <a:spcAft>
                <a:spcPts val="0"/>
              </a:spcAft>
              <a:buSzPts val="1400"/>
              <a:buFont typeface="Bebas Neue"/>
              <a:buNone/>
              <a:defRPr>
                <a:latin typeface="Bebas Neue"/>
                <a:ea typeface="Bebas Neue"/>
                <a:cs typeface="Bebas Neue"/>
                <a:sym typeface="Bebas Neue"/>
              </a:defRPr>
            </a:lvl7pPr>
            <a:lvl8pPr lvl="7" algn="ctr">
              <a:lnSpc>
                <a:spcPct val="100000"/>
              </a:lnSpc>
              <a:spcBef>
                <a:spcPts val="0"/>
              </a:spcBef>
              <a:spcAft>
                <a:spcPts val="0"/>
              </a:spcAft>
              <a:buSzPts val="1400"/>
              <a:buFont typeface="Bebas Neue"/>
              <a:buNone/>
              <a:defRPr>
                <a:latin typeface="Bebas Neue"/>
                <a:ea typeface="Bebas Neue"/>
                <a:cs typeface="Bebas Neue"/>
                <a:sym typeface="Bebas Neue"/>
              </a:defRPr>
            </a:lvl8pPr>
            <a:lvl9pPr lvl="8" algn="ctr">
              <a:lnSpc>
                <a:spcPct val="100000"/>
              </a:lnSpc>
              <a:spcBef>
                <a:spcPts val="0"/>
              </a:spcBef>
              <a:spcAft>
                <a:spcPts val="0"/>
              </a:spcAft>
              <a:buSzPts val="1400"/>
              <a:buFont typeface="Bebas Neue"/>
              <a:buNone/>
              <a:defRPr>
                <a:latin typeface="Bebas Neue"/>
                <a:ea typeface="Bebas Neue"/>
                <a:cs typeface="Bebas Neue"/>
                <a:sym typeface="Bebas Neue"/>
              </a:defRPr>
            </a:lvl9pPr>
          </a:lstStyle>
          <a:p/>
        </p:txBody>
      </p:sp>
      <p:sp>
        <p:nvSpPr>
          <p:cNvPr id="70" name="Google Shape;70;p15"/>
          <p:cNvSpPr txBox="1"/>
          <p:nvPr>
            <p:ph idx="3" type="subTitle"/>
          </p:nvPr>
        </p:nvSpPr>
        <p:spPr>
          <a:xfrm flipH="1">
            <a:off x="4572000" y="1876339"/>
            <a:ext cx="3852000" cy="862800"/>
          </a:xfrm>
          <a:prstGeom prst="rect">
            <a:avLst/>
          </a:prstGeom>
        </p:spPr>
        <p:txBody>
          <a:bodyPr anchorCtr="0" anchor="ctr" bIns="91425" lIns="91425" spcFirstLastPara="1" rIns="91425" wrap="square" tIns="91425">
            <a:normAutofit/>
          </a:bodyPr>
          <a:lstStyle>
            <a:lvl1pPr lvl="0" algn="r">
              <a:lnSpc>
                <a:spcPct val="100000"/>
              </a:lnSpc>
              <a:spcBef>
                <a:spcPts val="0"/>
              </a:spcBef>
              <a:spcAft>
                <a:spcPts val="0"/>
              </a:spcAft>
              <a:buSzPts val="18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1" name="Google Shape;71;p15"/>
          <p:cNvSpPr txBox="1"/>
          <p:nvPr>
            <p:ph idx="4" type="subTitle"/>
          </p:nvPr>
        </p:nvSpPr>
        <p:spPr>
          <a:xfrm flipH="1">
            <a:off x="720025" y="3349800"/>
            <a:ext cx="3852000" cy="862800"/>
          </a:xfrm>
          <a:prstGeom prst="rect">
            <a:avLst/>
          </a:prstGeom>
        </p:spPr>
        <p:txBody>
          <a:bodyPr anchorCtr="0" anchor="ctr" bIns="91425" lIns="91425" spcFirstLastPara="1" rIns="91425" wrap="square" tIns="91425">
            <a:normAutofit/>
          </a:bodyPr>
          <a:lstStyle>
            <a:lvl1pPr lvl="0">
              <a:lnSpc>
                <a:spcPct val="100000"/>
              </a:lnSpc>
              <a:spcBef>
                <a:spcPts val="0"/>
              </a:spcBef>
              <a:spcAft>
                <a:spcPts val="0"/>
              </a:spcAft>
              <a:buSzPts val="18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2">
    <p:spTree>
      <p:nvGrpSpPr>
        <p:cNvPr id="72" name="Shape 72"/>
        <p:cNvGrpSpPr/>
        <p:nvPr/>
      </p:nvGrpSpPr>
      <p:grpSpPr>
        <a:xfrm>
          <a:off x="0" y="0"/>
          <a:ext cx="0" cy="0"/>
          <a:chOff x="0" y="0"/>
          <a:chExt cx="0" cy="0"/>
        </a:xfrm>
      </p:grpSpPr>
      <p:grpSp>
        <p:nvGrpSpPr>
          <p:cNvPr id="73" name="Google Shape;73;p16"/>
          <p:cNvGrpSpPr/>
          <p:nvPr/>
        </p:nvGrpSpPr>
        <p:grpSpPr>
          <a:xfrm>
            <a:off x="0" y="0"/>
            <a:ext cx="9144091" cy="5143648"/>
            <a:chOff x="0" y="0"/>
            <a:chExt cx="7440875" cy="4152456"/>
          </a:xfrm>
        </p:grpSpPr>
        <p:sp>
          <p:nvSpPr>
            <p:cNvPr id="74" name="Google Shape;74;p16"/>
            <p:cNvSpPr/>
            <p:nvPr/>
          </p:nvSpPr>
          <p:spPr>
            <a:xfrm>
              <a:off x="265057" y="0"/>
              <a:ext cx="7545" cy="2884827"/>
            </a:xfrm>
            <a:custGeom>
              <a:rect b="b" l="l" r="r" t="t"/>
              <a:pathLst>
                <a:path extrusionOk="0" h="43971" w="115">
                  <a:moveTo>
                    <a:pt x="1" y="1"/>
                  </a:moveTo>
                  <a:lnTo>
                    <a:pt x="1"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6"/>
            <p:cNvSpPr/>
            <p:nvPr/>
          </p:nvSpPr>
          <p:spPr>
            <a:xfrm>
              <a:off x="583651" y="0"/>
              <a:ext cx="7348" cy="2884827"/>
            </a:xfrm>
            <a:custGeom>
              <a:rect b="b" l="l" r="r" t="t"/>
              <a:pathLst>
                <a:path extrusionOk="0" h="43971" w="112">
                  <a:moveTo>
                    <a:pt x="0" y="1"/>
                  </a:moveTo>
                  <a:lnTo>
                    <a:pt x="0"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6"/>
            <p:cNvSpPr/>
            <p:nvPr/>
          </p:nvSpPr>
          <p:spPr>
            <a:xfrm>
              <a:off x="902179" y="0"/>
              <a:ext cx="7414" cy="2884827"/>
            </a:xfrm>
            <a:custGeom>
              <a:rect b="b" l="l" r="r" t="t"/>
              <a:pathLst>
                <a:path extrusionOk="0" h="43971" w="113">
                  <a:moveTo>
                    <a:pt x="1" y="1"/>
                  </a:moveTo>
                  <a:lnTo>
                    <a:pt x="1"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6"/>
            <p:cNvSpPr/>
            <p:nvPr/>
          </p:nvSpPr>
          <p:spPr>
            <a:xfrm>
              <a:off x="1220641" y="0"/>
              <a:ext cx="7479" cy="2884827"/>
            </a:xfrm>
            <a:custGeom>
              <a:rect b="b" l="l" r="r" t="t"/>
              <a:pathLst>
                <a:path extrusionOk="0" h="43971" w="114">
                  <a:moveTo>
                    <a:pt x="0" y="1"/>
                  </a:moveTo>
                  <a:lnTo>
                    <a:pt x="0"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6"/>
            <p:cNvSpPr/>
            <p:nvPr/>
          </p:nvSpPr>
          <p:spPr>
            <a:xfrm>
              <a:off x="1539169" y="0"/>
              <a:ext cx="7545" cy="2884827"/>
            </a:xfrm>
            <a:custGeom>
              <a:rect b="b" l="l" r="r" t="t"/>
              <a:pathLst>
                <a:path extrusionOk="0" h="43971" w="115">
                  <a:moveTo>
                    <a:pt x="1" y="1"/>
                  </a:moveTo>
                  <a:lnTo>
                    <a:pt x="1"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6"/>
            <p:cNvSpPr/>
            <p:nvPr/>
          </p:nvSpPr>
          <p:spPr>
            <a:xfrm>
              <a:off x="1857762" y="0"/>
              <a:ext cx="7414" cy="2884827"/>
            </a:xfrm>
            <a:custGeom>
              <a:rect b="b" l="l" r="r" t="t"/>
              <a:pathLst>
                <a:path extrusionOk="0" h="43971" w="113">
                  <a:moveTo>
                    <a:pt x="0" y="1"/>
                  </a:moveTo>
                  <a:lnTo>
                    <a:pt x="0"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6"/>
            <p:cNvSpPr/>
            <p:nvPr/>
          </p:nvSpPr>
          <p:spPr>
            <a:xfrm>
              <a:off x="2176224" y="0"/>
              <a:ext cx="7479" cy="2884827"/>
            </a:xfrm>
            <a:custGeom>
              <a:rect b="b" l="l" r="r" t="t"/>
              <a:pathLst>
                <a:path extrusionOk="0" h="43971" w="114">
                  <a:moveTo>
                    <a:pt x="0" y="1"/>
                  </a:moveTo>
                  <a:lnTo>
                    <a:pt x="0"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6"/>
            <p:cNvSpPr/>
            <p:nvPr/>
          </p:nvSpPr>
          <p:spPr>
            <a:xfrm>
              <a:off x="2494752" y="0"/>
              <a:ext cx="7545" cy="2884827"/>
            </a:xfrm>
            <a:custGeom>
              <a:rect b="b" l="l" r="r" t="t"/>
              <a:pathLst>
                <a:path extrusionOk="0" h="43971" w="115">
                  <a:moveTo>
                    <a:pt x="1" y="1"/>
                  </a:moveTo>
                  <a:lnTo>
                    <a:pt x="1"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6"/>
            <p:cNvSpPr/>
            <p:nvPr/>
          </p:nvSpPr>
          <p:spPr>
            <a:xfrm>
              <a:off x="2813346" y="0"/>
              <a:ext cx="7348" cy="2884827"/>
            </a:xfrm>
            <a:custGeom>
              <a:rect b="b" l="l" r="r" t="t"/>
              <a:pathLst>
                <a:path extrusionOk="0" h="43971" w="112">
                  <a:moveTo>
                    <a:pt x="0" y="1"/>
                  </a:moveTo>
                  <a:lnTo>
                    <a:pt x="0"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6"/>
            <p:cNvSpPr/>
            <p:nvPr/>
          </p:nvSpPr>
          <p:spPr>
            <a:xfrm>
              <a:off x="3131874" y="0"/>
              <a:ext cx="7414" cy="2884827"/>
            </a:xfrm>
            <a:custGeom>
              <a:rect b="b" l="l" r="r" t="t"/>
              <a:pathLst>
                <a:path extrusionOk="0" h="43971" w="113">
                  <a:moveTo>
                    <a:pt x="1" y="1"/>
                  </a:moveTo>
                  <a:lnTo>
                    <a:pt x="1"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6"/>
            <p:cNvSpPr/>
            <p:nvPr/>
          </p:nvSpPr>
          <p:spPr>
            <a:xfrm>
              <a:off x="3450336" y="0"/>
              <a:ext cx="7479" cy="2884827"/>
            </a:xfrm>
            <a:custGeom>
              <a:rect b="b" l="l" r="r" t="t"/>
              <a:pathLst>
                <a:path extrusionOk="0" h="43971" w="114">
                  <a:moveTo>
                    <a:pt x="1" y="1"/>
                  </a:moveTo>
                  <a:lnTo>
                    <a:pt x="1"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6"/>
            <p:cNvSpPr/>
            <p:nvPr/>
          </p:nvSpPr>
          <p:spPr>
            <a:xfrm>
              <a:off x="3768929" y="0"/>
              <a:ext cx="7348" cy="2884827"/>
            </a:xfrm>
            <a:custGeom>
              <a:rect b="b" l="l" r="r" t="t"/>
              <a:pathLst>
                <a:path extrusionOk="0" h="43971" w="112">
                  <a:moveTo>
                    <a:pt x="0" y="1"/>
                  </a:moveTo>
                  <a:lnTo>
                    <a:pt x="0"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6"/>
            <p:cNvSpPr/>
            <p:nvPr/>
          </p:nvSpPr>
          <p:spPr>
            <a:xfrm>
              <a:off x="4087457" y="0"/>
              <a:ext cx="7414" cy="2884827"/>
            </a:xfrm>
            <a:custGeom>
              <a:rect b="b" l="l" r="r" t="t"/>
              <a:pathLst>
                <a:path extrusionOk="0" h="43971" w="113">
                  <a:moveTo>
                    <a:pt x="1" y="1"/>
                  </a:moveTo>
                  <a:lnTo>
                    <a:pt x="1"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6"/>
            <p:cNvSpPr/>
            <p:nvPr/>
          </p:nvSpPr>
          <p:spPr>
            <a:xfrm>
              <a:off x="4405920" y="0"/>
              <a:ext cx="7479" cy="2884827"/>
            </a:xfrm>
            <a:custGeom>
              <a:rect b="b" l="l" r="r" t="t"/>
              <a:pathLst>
                <a:path extrusionOk="0" h="43971" w="114">
                  <a:moveTo>
                    <a:pt x="0" y="1"/>
                  </a:moveTo>
                  <a:lnTo>
                    <a:pt x="0"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6"/>
            <p:cNvSpPr/>
            <p:nvPr/>
          </p:nvSpPr>
          <p:spPr>
            <a:xfrm>
              <a:off x="4724447" y="0"/>
              <a:ext cx="7545" cy="2884827"/>
            </a:xfrm>
            <a:custGeom>
              <a:rect b="b" l="l" r="r" t="t"/>
              <a:pathLst>
                <a:path extrusionOk="0" h="43971" w="115">
                  <a:moveTo>
                    <a:pt x="1" y="1"/>
                  </a:moveTo>
                  <a:lnTo>
                    <a:pt x="1"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6"/>
            <p:cNvSpPr/>
            <p:nvPr/>
          </p:nvSpPr>
          <p:spPr>
            <a:xfrm>
              <a:off x="5043041" y="0"/>
              <a:ext cx="7414" cy="2884827"/>
            </a:xfrm>
            <a:custGeom>
              <a:rect b="b" l="l" r="r" t="t"/>
              <a:pathLst>
                <a:path extrusionOk="0" h="43971" w="113">
                  <a:moveTo>
                    <a:pt x="0" y="1"/>
                  </a:moveTo>
                  <a:lnTo>
                    <a:pt x="0"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6"/>
            <p:cNvSpPr/>
            <p:nvPr/>
          </p:nvSpPr>
          <p:spPr>
            <a:xfrm>
              <a:off x="5361634" y="0"/>
              <a:ext cx="7348" cy="2884827"/>
            </a:xfrm>
            <a:custGeom>
              <a:rect b="b" l="l" r="r" t="t"/>
              <a:pathLst>
                <a:path extrusionOk="0" h="43971" w="112">
                  <a:moveTo>
                    <a:pt x="0" y="1"/>
                  </a:moveTo>
                  <a:lnTo>
                    <a:pt x="0"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6"/>
            <p:cNvSpPr/>
            <p:nvPr/>
          </p:nvSpPr>
          <p:spPr>
            <a:xfrm>
              <a:off x="5680031" y="0"/>
              <a:ext cx="7545" cy="2884827"/>
            </a:xfrm>
            <a:custGeom>
              <a:rect b="b" l="l" r="r" t="t"/>
              <a:pathLst>
                <a:path extrusionOk="0" h="43971" w="115">
                  <a:moveTo>
                    <a:pt x="1" y="1"/>
                  </a:moveTo>
                  <a:lnTo>
                    <a:pt x="1"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6"/>
            <p:cNvSpPr/>
            <p:nvPr/>
          </p:nvSpPr>
          <p:spPr>
            <a:xfrm>
              <a:off x="5998624" y="0"/>
              <a:ext cx="7348" cy="2884827"/>
            </a:xfrm>
            <a:custGeom>
              <a:rect b="b" l="l" r="r" t="t"/>
              <a:pathLst>
                <a:path extrusionOk="0" h="43971" w="112">
                  <a:moveTo>
                    <a:pt x="0" y="1"/>
                  </a:moveTo>
                  <a:lnTo>
                    <a:pt x="0"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6"/>
            <p:cNvSpPr/>
            <p:nvPr/>
          </p:nvSpPr>
          <p:spPr>
            <a:xfrm>
              <a:off x="6317152" y="0"/>
              <a:ext cx="7414" cy="2884827"/>
            </a:xfrm>
            <a:custGeom>
              <a:rect b="b" l="l" r="r" t="t"/>
              <a:pathLst>
                <a:path extrusionOk="0" h="43971" w="113">
                  <a:moveTo>
                    <a:pt x="1" y="1"/>
                  </a:moveTo>
                  <a:lnTo>
                    <a:pt x="1"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6"/>
            <p:cNvSpPr/>
            <p:nvPr/>
          </p:nvSpPr>
          <p:spPr>
            <a:xfrm>
              <a:off x="6635615" y="0"/>
              <a:ext cx="7479" cy="2884827"/>
            </a:xfrm>
            <a:custGeom>
              <a:rect b="b" l="l" r="r" t="t"/>
              <a:pathLst>
                <a:path extrusionOk="0" h="43971" w="114">
                  <a:moveTo>
                    <a:pt x="1" y="1"/>
                  </a:moveTo>
                  <a:lnTo>
                    <a:pt x="1"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6"/>
            <p:cNvSpPr/>
            <p:nvPr/>
          </p:nvSpPr>
          <p:spPr>
            <a:xfrm>
              <a:off x="6954208" y="0"/>
              <a:ext cx="7479" cy="2884827"/>
            </a:xfrm>
            <a:custGeom>
              <a:rect b="b" l="l" r="r" t="t"/>
              <a:pathLst>
                <a:path extrusionOk="0" h="43971" w="114">
                  <a:moveTo>
                    <a:pt x="0" y="1"/>
                  </a:moveTo>
                  <a:lnTo>
                    <a:pt x="0"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6"/>
            <p:cNvSpPr/>
            <p:nvPr/>
          </p:nvSpPr>
          <p:spPr>
            <a:xfrm>
              <a:off x="7272736" y="0"/>
              <a:ext cx="7414" cy="2884827"/>
            </a:xfrm>
            <a:custGeom>
              <a:rect b="b" l="l" r="r" t="t"/>
              <a:pathLst>
                <a:path extrusionOk="0" h="43971" w="113">
                  <a:moveTo>
                    <a:pt x="1" y="1"/>
                  </a:moveTo>
                  <a:lnTo>
                    <a:pt x="1"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6"/>
            <p:cNvSpPr/>
            <p:nvPr/>
          </p:nvSpPr>
          <p:spPr>
            <a:xfrm>
              <a:off x="0" y="70857"/>
              <a:ext cx="7440875" cy="7479"/>
            </a:xfrm>
            <a:custGeom>
              <a:rect b="b" l="l" r="r" t="t"/>
              <a:pathLst>
                <a:path extrusionOk="0" h="114" w="113415">
                  <a:moveTo>
                    <a:pt x="0" y="0"/>
                  </a:moveTo>
                  <a:lnTo>
                    <a:pt x="0" y="114"/>
                  </a:lnTo>
                  <a:lnTo>
                    <a:pt x="113414" y="114"/>
                  </a:lnTo>
                  <a:lnTo>
                    <a:pt x="1134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6"/>
            <p:cNvSpPr/>
            <p:nvPr/>
          </p:nvSpPr>
          <p:spPr>
            <a:xfrm>
              <a:off x="0" y="374885"/>
              <a:ext cx="7440875" cy="7348"/>
            </a:xfrm>
            <a:custGeom>
              <a:rect b="b" l="l" r="r" t="t"/>
              <a:pathLst>
                <a:path extrusionOk="0" h="112" w="113415">
                  <a:moveTo>
                    <a:pt x="0" y="0"/>
                  </a:moveTo>
                  <a:lnTo>
                    <a:pt x="0" y="112"/>
                  </a:lnTo>
                  <a:lnTo>
                    <a:pt x="113414" y="112"/>
                  </a:lnTo>
                  <a:lnTo>
                    <a:pt x="1134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6"/>
            <p:cNvSpPr/>
            <p:nvPr/>
          </p:nvSpPr>
          <p:spPr>
            <a:xfrm>
              <a:off x="0" y="678783"/>
              <a:ext cx="7440875" cy="7479"/>
            </a:xfrm>
            <a:custGeom>
              <a:rect b="b" l="l" r="r" t="t"/>
              <a:pathLst>
                <a:path extrusionOk="0" h="114" w="113415">
                  <a:moveTo>
                    <a:pt x="0" y="0"/>
                  </a:moveTo>
                  <a:lnTo>
                    <a:pt x="0" y="114"/>
                  </a:lnTo>
                  <a:lnTo>
                    <a:pt x="113414" y="114"/>
                  </a:lnTo>
                  <a:lnTo>
                    <a:pt x="1134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6"/>
            <p:cNvSpPr/>
            <p:nvPr/>
          </p:nvSpPr>
          <p:spPr>
            <a:xfrm>
              <a:off x="0" y="982811"/>
              <a:ext cx="7440875" cy="7414"/>
            </a:xfrm>
            <a:custGeom>
              <a:rect b="b" l="l" r="r" t="t"/>
              <a:pathLst>
                <a:path extrusionOk="0" h="113" w="113415">
                  <a:moveTo>
                    <a:pt x="0" y="0"/>
                  </a:moveTo>
                  <a:lnTo>
                    <a:pt x="0" y="112"/>
                  </a:lnTo>
                  <a:lnTo>
                    <a:pt x="113414" y="112"/>
                  </a:lnTo>
                  <a:lnTo>
                    <a:pt x="1134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6"/>
            <p:cNvSpPr/>
            <p:nvPr/>
          </p:nvSpPr>
          <p:spPr>
            <a:xfrm>
              <a:off x="0" y="1286708"/>
              <a:ext cx="7440875" cy="7545"/>
            </a:xfrm>
            <a:custGeom>
              <a:rect b="b" l="l" r="r" t="t"/>
              <a:pathLst>
                <a:path extrusionOk="0" h="115" w="113415">
                  <a:moveTo>
                    <a:pt x="0" y="1"/>
                  </a:moveTo>
                  <a:lnTo>
                    <a:pt x="0" y="114"/>
                  </a:lnTo>
                  <a:lnTo>
                    <a:pt x="113414" y="114"/>
                  </a:lnTo>
                  <a:lnTo>
                    <a:pt x="1134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6"/>
            <p:cNvSpPr/>
            <p:nvPr/>
          </p:nvSpPr>
          <p:spPr>
            <a:xfrm>
              <a:off x="0" y="1590737"/>
              <a:ext cx="7440875" cy="7414"/>
            </a:xfrm>
            <a:custGeom>
              <a:rect b="b" l="l" r="r" t="t"/>
              <a:pathLst>
                <a:path extrusionOk="0" h="113" w="113415">
                  <a:moveTo>
                    <a:pt x="0" y="1"/>
                  </a:moveTo>
                  <a:lnTo>
                    <a:pt x="0" y="112"/>
                  </a:lnTo>
                  <a:lnTo>
                    <a:pt x="113414" y="112"/>
                  </a:lnTo>
                  <a:lnTo>
                    <a:pt x="1134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6"/>
            <p:cNvSpPr/>
            <p:nvPr/>
          </p:nvSpPr>
          <p:spPr>
            <a:xfrm>
              <a:off x="0" y="1894700"/>
              <a:ext cx="7440875" cy="7348"/>
            </a:xfrm>
            <a:custGeom>
              <a:rect b="b" l="l" r="r" t="t"/>
              <a:pathLst>
                <a:path extrusionOk="0" h="112" w="113415">
                  <a:moveTo>
                    <a:pt x="0" y="0"/>
                  </a:moveTo>
                  <a:lnTo>
                    <a:pt x="0" y="112"/>
                  </a:lnTo>
                  <a:lnTo>
                    <a:pt x="113414" y="112"/>
                  </a:lnTo>
                  <a:lnTo>
                    <a:pt x="1134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6"/>
            <p:cNvSpPr/>
            <p:nvPr/>
          </p:nvSpPr>
          <p:spPr>
            <a:xfrm>
              <a:off x="0" y="2198597"/>
              <a:ext cx="7440875" cy="7479"/>
            </a:xfrm>
            <a:custGeom>
              <a:rect b="b" l="l" r="r" t="t"/>
              <a:pathLst>
                <a:path extrusionOk="0" h="114" w="113415">
                  <a:moveTo>
                    <a:pt x="0" y="0"/>
                  </a:moveTo>
                  <a:lnTo>
                    <a:pt x="0" y="114"/>
                  </a:lnTo>
                  <a:lnTo>
                    <a:pt x="113414" y="114"/>
                  </a:lnTo>
                  <a:lnTo>
                    <a:pt x="1134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6"/>
            <p:cNvSpPr/>
            <p:nvPr/>
          </p:nvSpPr>
          <p:spPr>
            <a:xfrm>
              <a:off x="0" y="2502625"/>
              <a:ext cx="7440875" cy="7348"/>
            </a:xfrm>
            <a:custGeom>
              <a:rect b="b" l="l" r="r" t="t"/>
              <a:pathLst>
                <a:path extrusionOk="0" h="112" w="113415">
                  <a:moveTo>
                    <a:pt x="0" y="0"/>
                  </a:moveTo>
                  <a:lnTo>
                    <a:pt x="0" y="112"/>
                  </a:lnTo>
                  <a:lnTo>
                    <a:pt x="113414" y="112"/>
                  </a:lnTo>
                  <a:lnTo>
                    <a:pt x="1134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6"/>
            <p:cNvSpPr/>
            <p:nvPr/>
          </p:nvSpPr>
          <p:spPr>
            <a:xfrm>
              <a:off x="0" y="2806523"/>
              <a:ext cx="7440875" cy="7479"/>
            </a:xfrm>
            <a:custGeom>
              <a:rect b="b" l="l" r="r" t="t"/>
              <a:pathLst>
                <a:path extrusionOk="0" h="114" w="113415">
                  <a:moveTo>
                    <a:pt x="0" y="1"/>
                  </a:moveTo>
                  <a:lnTo>
                    <a:pt x="0" y="114"/>
                  </a:lnTo>
                  <a:lnTo>
                    <a:pt x="113414" y="114"/>
                  </a:lnTo>
                  <a:lnTo>
                    <a:pt x="1134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6"/>
            <p:cNvSpPr/>
            <p:nvPr/>
          </p:nvSpPr>
          <p:spPr>
            <a:xfrm>
              <a:off x="265057" y="2431703"/>
              <a:ext cx="7545" cy="1720754"/>
            </a:xfrm>
            <a:custGeom>
              <a:rect b="b" l="l" r="r" t="t"/>
              <a:pathLst>
                <a:path extrusionOk="0" h="26228" w="115">
                  <a:moveTo>
                    <a:pt x="1" y="0"/>
                  </a:moveTo>
                  <a:lnTo>
                    <a:pt x="1"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6"/>
            <p:cNvSpPr/>
            <p:nvPr/>
          </p:nvSpPr>
          <p:spPr>
            <a:xfrm>
              <a:off x="583651" y="2431703"/>
              <a:ext cx="7348" cy="1720754"/>
            </a:xfrm>
            <a:custGeom>
              <a:rect b="b" l="l" r="r" t="t"/>
              <a:pathLst>
                <a:path extrusionOk="0" h="26228" w="112">
                  <a:moveTo>
                    <a:pt x="0" y="0"/>
                  </a:moveTo>
                  <a:lnTo>
                    <a:pt x="0"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6"/>
            <p:cNvSpPr/>
            <p:nvPr/>
          </p:nvSpPr>
          <p:spPr>
            <a:xfrm>
              <a:off x="902179" y="2431703"/>
              <a:ext cx="7414" cy="1720754"/>
            </a:xfrm>
            <a:custGeom>
              <a:rect b="b" l="l" r="r" t="t"/>
              <a:pathLst>
                <a:path extrusionOk="0" h="26228" w="113">
                  <a:moveTo>
                    <a:pt x="1" y="0"/>
                  </a:moveTo>
                  <a:lnTo>
                    <a:pt x="1"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6"/>
            <p:cNvSpPr/>
            <p:nvPr/>
          </p:nvSpPr>
          <p:spPr>
            <a:xfrm>
              <a:off x="1220641" y="2431703"/>
              <a:ext cx="7479" cy="1720754"/>
            </a:xfrm>
            <a:custGeom>
              <a:rect b="b" l="l" r="r" t="t"/>
              <a:pathLst>
                <a:path extrusionOk="0" h="26228" w="114">
                  <a:moveTo>
                    <a:pt x="0" y="0"/>
                  </a:moveTo>
                  <a:lnTo>
                    <a:pt x="0"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6"/>
            <p:cNvSpPr/>
            <p:nvPr/>
          </p:nvSpPr>
          <p:spPr>
            <a:xfrm>
              <a:off x="1539169" y="2431703"/>
              <a:ext cx="7545" cy="1720754"/>
            </a:xfrm>
            <a:custGeom>
              <a:rect b="b" l="l" r="r" t="t"/>
              <a:pathLst>
                <a:path extrusionOk="0" h="26228" w="115">
                  <a:moveTo>
                    <a:pt x="1" y="0"/>
                  </a:moveTo>
                  <a:lnTo>
                    <a:pt x="1"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6"/>
            <p:cNvSpPr/>
            <p:nvPr/>
          </p:nvSpPr>
          <p:spPr>
            <a:xfrm>
              <a:off x="1857762" y="2431703"/>
              <a:ext cx="7414" cy="1720754"/>
            </a:xfrm>
            <a:custGeom>
              <a:rect b="b" l="l" r="r" t="t"/>
              <a:pathLst>
                <a:path extrusionOk="0" h="26228" w="113">
                  <a:moveTo>
                    <a:pt x="0" y="0"/>
                  </a:moveTo>
                  <a:lnTo>
                    <a:pt x="0"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6"/>
            <p:cNvSpPr/>
            <p:nvPr/>
          </p:nvSpPr>
          <p:spPr>
            <a:xfrm>
              <a:off x="2176224" y="2431703"/>
              <a:ext cx="7479" cy="1720754"/>
            </a:xfrm>
            <a:custGeom>
              <a:rect b="b" l="l" r="r" t="t"/>
              <a:pathLst>
                <a:path extrusionOk="0" h="26228" w="114">
                  <a:moveTo>
                    <a:pt x="0" y="0"/>
                  </a:moveTo>
                  <a:lnTo>
                    <a:pt x="0"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6"/>
            <p:cNvSpPr/>
            <p:nvPr/>
          </p:nvSpPr>
          <p:spPr>
            <a:xfrm>
              <a:off x="2494752" y="2431703"/>
              <a:ext cx="7545" cy="1720754"/>
            </a:xfrm>
            <a:custGeom>
              <a:rect b="b" l="l" r="r" t="t"/>
              <a:pathLst>
                <a:path extrusionOk="0" h="26228" w="115">
                  <a:moveTo>
                    <a:pt x="1" y="0"/>
                  </a:moveTo>
                  <a:lnTo>
                    <a:pt x="1"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6"/>
            <p:cNvSpPr/>
            <p:nvPr/>
          </p:nvSpPr>
          <p:spPr>
            <a:xfrm>
              <a:off x="2813346" y="2431703"/>
              <a:ext cx="7348" cy="1720754"/>
            </a:xfrm>
            <a:custGeom>
              <a:rect b="b" l="l" r="r" t="t"/>
              <a:pathLst>
                <a:path extrusionOk="0" h="26228" w="112">
                  <a:moveTo>
                    <a:pt x="0" y="0"/>
                  </a:moveTo>
                  <a:lnTo>
                    <a:pt x="0"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6"/>
            <p:cNvSpPr/>
            <p:nvPr/>
          </p:nvSpPr>
          <p:spPr>
            <a:xfrm>
              <a:off x="3131874" y="2431703"/>
              <a:ext cx="7414" cy="1720754"/>
            </a:xfrm>
            <a:custGeom>
              <a:rect b="b" l="l" r="r" t="t"/>
              <a:pathLst>
                <a:path extrusionOk="0" h="26228" w="113">
                  <a:moveTo>
                    <a:pt x="1" y="0"/>
                  </a:moveTo>
                  <a:lnTo>
                    <a:pt x="1"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6"/>
            <p:cNvSpPr/>
            <p:nvPr/>
          </p:nvSpPr>
          <p:spPr>
            <a:xfrm>
              <a:off x="3450336" y="2431703"/>
              <a:ext cx="7479" cy="1720754"/>
            </a:xfrm>
            <a:custGeom>
              <a:rect b="b" l="l" r="r" t="t"/>
              <a:pathLst>
                <a:path extrusionOk="0" h="26228" w="114">
                  <a:moveTo>
                    <a:pt x="1" y="0"/>
                  </a:moveTo>
                  <a:lnTo>
                    <a:pt x="1"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6"/>
            <p:cNvSpPr/>
            <p:nvPr/>
          </p:nvSpPr>
          <p:spPr>
            <a:xfrm>
              <a:off x="3768929" y="2431703"/>
              <a:ext cx="7348" cy="1720754"/>
            </a:xfrm>
            <a:custGeom>
              <a:rect b="b" l="l" r="r" t="t"/>
              <a:pathLst>
                <a:path extrusionOk="0" h="26228" w="112">
                  <a:moveTo>
                    <a:pt x="0" y="0"/>
                  </a:moveTo>
                  <a:lnTo>
                    <a:pt x="0"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6"/>
            <p:cNvSpPr/>
            <p:nvPr/>
          </p:nvSpPr>
          <p:spPr>
            <a:xfrm>
              <a:off x="4087457" y="2431703"/>
              <a:ext cx="7414" cy="1720754"/>
            </a:xfrm>
            <a:custGeom>
              <a:rect b="b" l="l" r="r" t="t"/>
              <a:pathLst>
                <a:path extrusionOk="0" h="26228" w="113">
                  <a:moveTo>
                    <a:pt x="1" y="0"/>
                  </a:moveTo>
                  <a:lnTo>
                    <a:pt x="1"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6"/>
            <p:cNvSpPr/>
            <p:nvPr/>
          </p:nvSpPr>
          <p:spPr>
            <a:xfrm>
              <a:off x="4405920" y="2431703"/>
              <a:ext cx="7479" cy="1720754"/>
            </a:xfrm>
            <a:custGeom>
              <a:rect b="b" l="l" r="r" t="t"/>
              <a:pathLst>
                <a:path extrusionOk="0" h="26228" w="114">
                  <a:moveTo>
                    <a:pt x="0" y="0"/>
                  </a:moveTo>
                  <a:lnTo>
                    <a:pt x="0"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6"/>
            <p:cNvSpPr/>
            <p:nvPr/>
          </p:nvSpPr>
          <p:spPr>
            <a:xfrm>
              <a:off x="4724447" y="2431703"/>
              <a:ext cx="7545" cy="1720754"/>
            </a:xfrm>
            <a:custGeom>
              <a:rect b="b" l="l" r="r" t="t"/>
              <a:pathLst>
                <a:path extrusionOk="0" h="26228" w="115">
                  <a:moveTo>
                    <a:pt x="1" y="0"/>
                  </a:moveTo>
                  <a:lnTo>
                    <a:pt x="1"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6"/>
            <p:cNvSpPr/>
            <p:nvPr/>
          </p:nvSpPr>
          <p:spPr>
            <a:xfrm>
              <a:off x="5043041" y="2431703"/>
              <a:ext cx="7414" cy="1720754"/>
            </a:xfrm>
            <a:custGeom>
              <a:rect b="b" l="l" r="r" t="t"/>
              <a:pathLst>
                <a:path extrusionOk="0" h="26228" w="113">
                  <a:moveTo>
                    <a:pt x="0" y="0"/>
                  </a:moveTo>
                  <a:lnTo>
                    <a:pt x="0"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6"/>
            <p:cNvSpPr/>
            <p:nvPr/>
          </p:nvSpPr>
          <p:spPr>
            <a:xfrm>
              <a:off x="5361634" y="2431703"/>
              <a:ext cx="7348" cy="1720754"/>
            </a:xfrm>
            <a:custGeom>
              <a:rect b="b" l="l" r="r" t="t"/>
              <a:pathLst>
                <a:path extrusionOk="0" h="26228" w="112">
                  <a:moveTo>
                    <a:pt x="0" y="0"/>
                  </a:moveTo>
                  <a:lnTo>
                    <a:pt x="0"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6"/>
            <p:cNvSpPr/>
            <p:nvPr/>
          </p:nvSpPr>
          <p:spPr>
            <a:xfrm>
              <a:off x="5680031" y="2431703"/>
              <a:ext cx="7545" cy="1720754"/>
            </a:xfrm>
            <a:custGeom>
              <a:rect b="b" l="l" r="r" t="t"/>
              <a:pathLst>
                <a:path extrusionOk="0" h="26228" w="115">
                  <a:moveTo>
                    <a:pt x="1" y="0"/>
                  </a:moveTo>
                  <a:lnTo>
                    <a:pt x="1"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6"/>
            <p:cNvSpPr/>
            <p:nvPr/>
          </p:nvSpPr>
          <p:spPr>
            <a:xfrm>
              <a:off x="5998624" y="2431703"/>
              <a:ext cx="7348" cy="1720754"/>
            </a:xfrm>
            <a:custGeom>
              <a:rect b="b" l="l" r="r" t="t"/>
              <a:pathLst>
                <a:path extrusionOk="0" h="26228" w="112">
                  <a:moveTo>
                    <a:pt x="0" y="0"/>
                  </a:moveTo>
                  <a:lnTo>
                    <a:pt x="0"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6"/>
            <p:cNvSpPr/>
            <p:nvPr/>
          </p:nvSpPr>
          <p:spPr>
            <a:xfrm>
              <a:off x="6317152" y="2431703"/>
              <a:ext cx="7414" cy="1720754"/>
            </a:xfrm>
            <a:custGeom>
              <a:rect b="b" l="l" r="r" t="t"/>
              <a:pathLst>
                <a:path extrusionOk="0" h="26228" w="113">
                  <a:moveTo>
                    <a:pt x="1" y="0"/>
                  </a:moveTo>
                  <a:lnTo>
                    <a:pt x="1"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6"/>
            <p:cNvSpPr/>
            <p:nvPr/>
          </p:nvSpPr>
          <p:spPr>
            <a:xfrm>
              <a:off x="6635615" y="2431703"/>
              <a:ext cx="7479" cy="1720754"/>
            </a:xfrm>
            <a:custGeom>
              <a:rect b="b" l="l" r="r" t="t"/>
              <a:pathLst>
                <a:path extrusionOk="0" h="26228" w="114">
                  <a:moveTo>
                    <a:pt x="1" y="0"/>
                  </a:moveTo>
                  <a:lnTo>
                    <a:pt x="1"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6"/>
            <p:cNvSpPr/>
            <p:nvPr/>
          </p:nvSpPr>
          <p:spPr>
            <a:xfrm>
              <a:off x="6954208" y="2431703"/>
              <a:ext cx="7479" cy="1720754"/>
            </a:xfrm>
            <a:custGeom>
              <a:rect b="b" l="l" r="r" t="t"/>
              <a:pathLst>
                <a:path extrusionOk="0" h="26228" w="114">
                  <a:moveTo>
                    <a:pt x="0" y="0"/>
                  </a:moveTo>
                  <a:lnTo>
                    <a:pt x="0"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6"/>
            <p:cNvSpPr/>
            <p:nvPr/>
          </p:nvSpPr>
          <p:spPr>
            <a:xfrm>
              <a:off x="7272736" y="2431703"/>
              <a:ext cx="7414" cy="1720754"/>
            </a:xfrm>
            <a:custGeom>
              <a:rect b="b" l="l" r="r" t="t"/>
              <a:pathLst>
                <a:path extrusionOk="0" h="26228" w="113">
                  <a:moveTo>
                    <a:pt x="1" y="0"/>
                  </a:moveTo>
                  <a:lnTo>
                    <a:pt x="1"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6"/>
            <p:cNvSpPr/>
            <p:nvPr/>
          </p:nvSpPr>
          <p:spPr>
            <a:xfrm>
              <a:off x="0" y="2502494"/>
              <a:ext cx="7440875" cy="7479"/>
            </a:xfrm>
            <a:custGeom>
              <a:rect b="b" l="l" r="r" t="t"/>
              <a:pathLst>
                <a:path extrusionOk="0" h="114" w="113415">
                  <a:moveTo>
                    <a:pt x="0" y="1"/>
                  </a:moveTo>
                  <a:lnTo>
                    <a:pt x="0" y="114"/>
                  </a:lnTo>
                  <a:lnTo>
                    <a:pt x="113414" y="114"/>
                  </a:lnTo>
                  <a:lnTo>
                    <a:pt x="1134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6"/>
            <p:cNvSpPr/>
            <p:nvPr/>
          </p:nvSpPr>
          <p:spPr>
            <a:xfrm>
              <a:off x="0" y="2806523"/>
              <a:ext cx="7440875" cy="7414"/>
            </a:xfrm>
            <a:custGeom>
              <a:rect b="b" l="l" r="r" t="t"/>
              <a:pathLst>
                <a:path extrusionOk="0" h="113" w="113415">
                  <a:moveTo>
                    <a:pt x="0" y="1"/>
                  </a:moveTo>
                  <a:lnTo>
                    <a:pt x="0" y="112"/>
                  </a:lnTo>
                  <a:lnTo>
                    <a:pt x="113414" y="112"/>
                  </a:lnTo>
                  <a:lnTo>
                    <a:pt x="1134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6"/>
            <p:cNvSpPr/>
            <p:nvPr/>
          </p:nvSpPr>
          <p:spPr>
            <a:xfrm>
              <a:off x="0" y="3110420"/>
              <a:ext cx="7440875" cy="7545"/>
            </a:xfrm>
            <a:custGeom>
              <a:rect b="b" l="l" r="r" t="t"/>
              <a:pathLst>
                <a:path extrusionOk="0" h="115" w="113415">
                  <a:moveTo>
                    <a:pt x="0" y="1"/>
                  </a:moveTo>
                  <a:lnTo>
                    <a:pt x="0" y="114"/>
                  </a:lnTo>
                  <a:lnTo>
                    <a:pt x="113414" y="114"/>
                  </a:lnTo>
                  <a:lnTo>
                    <a:pt x="1134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6"/>
            <p:cNvSpPr/>
            <p:nvPr/>
          </p:nvSpPr>
          <p:spPr>
            <a:xfrm>
              <a:off x="0" y="3414448"/>
              <a:ext cx="7440875" cy="7414"/>
            </a:xfrm>
            <a:custGeom>
              <a:rect b="b" l="l" r="r" t="t"/>
              <a:pathLst>
                <a:path extrusionOk="0" h="113" w="113415">
                  <a:moveTo>
                    <a:pt x="0" y="1"/>
                  </a:moveTo>
                  <a:lnTo>
                    <a:pt x="0" y="112"/>
                  </a:lnTo>
                  <a:lnTo>
                    <a:pt x="113414" y="112"/>
                  </a:lnTo>
                  <a:lnTo>
                    <a:pt x="1134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6"/>
            <p:cNvSpPr/>
            <p:nvPr/>
          </p:nvSpPr>
          <p:spPr>
            <a:xfrm>
              <a:off x="0" y="3718411"/>
              <a:ext cx="7440875" cy="7479"/>
            </a:xfrm>
            <a:custGeom>
              <a:rect b="b" l="l" r="r" t="t"/>
              <a:pathLst>
                <a:path extrusionOk="0" h="114" w="113415">
                  <a:moveTo>
                    <a:pt x="0" y="0"/>
                  </a:moveTo>
                  <a:lnTo>
                    <a:pt x="0" y="113"/>
                  </a:lnTo>
                  <a:lnTo>
                    <a:pt x="113414" y="113"/>
                  </a:lnTo>
                  <a:lnTo>
                    <a:pt x="1134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6"/>
            <p:cNvSpPr/>
            <p:nvPr/>
          </p:nvSpPr>
          <p:spPr>
            <a:xfrm>
              <a:off x="0" y="4022440"/>
              <a:ext cx="7440875" cy="7348"/>
            </a:xfrm>
            <a:custGeom>
              <a:rect b="b" l="l" r="r" t="t"/>
              <a:pathLst>
                <a:path extrusionOk="0" h="112" w="113415">
                  <a:moveTo>
                    <a:pt x="0" y="0"/>
                  </a:moveTo>
                  <a:lnTo>
                    <a:pt x="0" y="112"/>
                  </a:lnTo>
                  <a:lnTo>
                    <a:pt x="113414" y="112"/>
                  </a:lnTo>
                  <a:lnTo>
                    <a:pt x="1134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 name="Google Shape;136;p16"/>
          <p:cNvGrpSpPr/>
          <p:nvPr/>
        </p:nvGrpSpPr>
        <p:grpSpPr>
          <a:xfrm>
            <a:off x="502465" y="399924"/>
            <a:ext cx="8139069" cy="4343656"/>
            <a:chOff x="916986" y="2500875"/>
            <a:chExt cx="2280618" cy="1217119"/>
          </a:xfrm>
        </p:grpSpPr>
        <p:sp>
          <p:nvSpPr>
            <p:cNvPr id="137" name="Google Shape;137;p16"/>
            <p:cNvSpPr/>
            <p:nvPr/>
          </p:nvSpPr>
          <p:spPr>
            <a:xfrm>
              <a:off x="930568" y="2514572"/>
              <a:ext cx="105996" cy="1189768"/>
            </a:xfrm>
            <a:custGeom>
              <a:rect b="b" l="l" r="r" t="t"/>
              <a:pathLst>
                <a:path extrusionOk="0" h="20586" w="1834">
                  <a:moveTo>
                    <a:pt x="1147" y="1"/>
                  </a:moveTo>
                  <a:cubicBezTo>
                    <a:pt x="515" y="1"/>
                    <a:pt x="1" y="509"/>
                    <a:pt x="1" y="1139"/>
                  </a:cubicBezTo>
                  <a:lnTo>
                    <a:pt x="1" y="1854"/>
                  </a:lnTo>
                  <a:cubicBezTo>
                    <a:pt x="440" y="1854"/>
                    <a:pt x="796" y="2209"/>
                    <a:pt x="796" y="2645"/>
                  </a:cubicBezTo>
                  <a:cubicBezTo>
                    <a:pt x="796" y="3081"/>
                    <a:pt x="440" y="3433"/>
                    <a:pt x="1" y="3433"/>
                  </a:cubicBezTo>
                  <a:lnTo>
                    <a:pt x="1" y="4390"/>
                  </a:lnTo>
                  <a:cubicBezTo>
                    <a:pt x="440" y="4390"/>
                    <a:pt x="796" y="4745"/>
                    <a:pt x="796" y="5181"/>
                  </a:cubicBezTo>
                  <a:cubicBezTo>
                    <a:pt x="796" y="5615"/>
                    <a:pt x="440" y="5969"/>
                    <a:pt x="1" y="5969"/>
                  </a:cubicBezTo>
                  <a:lnTo>
                    <a:pt x="1" y="6924"/>
                  </a:lnTo>
                  <a:cubicBezTo>
                    <a:pt x="440" y="6924"/>
                    <a:pt x="796" y="7281"/>
                    <a:pt x="796" y="7717"/>
                  </a:cubicBezTo>
                  <a:cubicBezTo>
                    <a:pt x="796" y="8151"/>
                    <a:pt x="440" y="8505"/>
                    <a:pt x="1" y="8505"/>
                  </a:cubicBezTo>
                  <a:lnTo>
                    <a:pt x="1" y="9460"/>
                  </a:lnTo>
                  <a:cubicBezTo>
                    <a:pt x="440" y="9460"/>
                    <a:pt x="796" y="9815"/>
                    <a:pt x="796" y="10251"/>
                  </a:cubicBezTo>
                  <a:cubicBezTo>
                    <a:pt x="796" y="10687"/>
                    <a:pt x="440" y="11041"/>
                    <a:pt x="1" y="11041"/>
                  </a:cubicBezTo>
                  <a:lnTo>
                    <a:pt x="1" y="11996"/>
                  </a:lnTo>
                  <a:cubicBezTo>
                    <a:pt x="440" y="11996"/>
                    <a:pt x="796" y="12351"/>
                    <a:pt x="796" y="12787"/>
                  </a:cubicBezTo>
                  <a:cubicBezTo>
                    <a:pt x="796" y="13222"/>
                    <a:pt x="440" y="13575"/>
                    <a:pt x="1" y="13575"/>
                  </a:cubicBezTo>
                  <a:lnTo>
                    <a:pt x="1" y="14532"/>
                  </a:lnTo>
                  <a:cubicBezTo>
                    <a:pt x="440" y="14532"/>
                    <a:pt x="796" y="14886"/>
                    <a:pt x="796" y="15322"/>
                  </a:cubicBezTo>
                  <a:cubicBezTo>
                    <a:pt x="796" y="15758"/>
                    <a:pt x="440" y="16111"/>
                    <a:pt x="1" y="16111"/>
                  </a:cubicBezTo>
                  <a:lnTo>
                    <a:pt x="1" y="17068"/>
                  </a:lnTo>
                  <a:cubicBezTo>
                    <a:pt x="440" y="17068"/>
                    <a:pt x="796" y="17422"/>
                    <a:pt x="796" y="17856"/>
                  </a:cubicBezTo>
                  <a:cubicBezTo>
                    <a:pt x="796" y="18292"/>
                    <a:pt x="440" y="18647"/>
                    <a:pt x="1" y="18647"/>
                  </a:cubicBezTo>
                  <a:lnTo>
                    <a:pt x="1" y="19448"/>
                  </a:lnTo>
                  <a:cubicBezTo>
                    <a:pt x="1" y="20077"/>
                    <a:pt x="515" y="20586"/>
                    <a:pt x="1147" y="20586"/>
                  </a:cubicBezTo>
                  <a:lnTo>
                    <a:pt x="1833" y="20586"/>
                  </a:lnTo>
                  <a:lnTo>
                    <a:pt x="183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6"/>
            <p:cNvSpPr/>
            <p:nvPr/>
          </p:nvSpPr>
          <p:spPr>
            <a:xfrm>
              <a:off x="1036508" y="2514572"/>
              <a:ext cx="2147431" cy="1189768"/>
            </a:xfrm>
            <a:custGeom>
              <a:rect b="b" l="l" r="r" t="t"/>
              <a:pathLst>
                <a:path extrusionOk="0" h="20586" w="37156">
                  <a:moveTo>
                    <a:pt x="0" y="1"/>
                  </a:moveTo>
                  <a:lnTo>
                    <a:pt x="0" y="20586"/>
                  </a:lnTo>
                  <a:lnTo>
                    <a:pt x="36303" y="20586"/>
                  </a:lnTo>
                  <a:cubicBezTo>
                    <a:pt x="36773" y="20586"/>
                    <a:pt x="37156" y="20205"/>
                    <a:pt x="37156" y="19733"/>
                  </a:cubicBezTo>
                  <a:lnTo>
                    <a:pt x="37156" y="851"/>
                  </a:lnTo>
                  <a:cubicBezTo>
                    <a:pt x="37156" y="382"/>
                    <a:pt x="36773" y="1"/>
                    <a:pt x="3630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6"/>
            <p:cNvSpPr/>
            <p:nvPr/>
          </p:nvSpPr>
          <p:spPr>
            <a:xfrm>
              <a:off x="916986" y="2500875"/>
              <a:ext cx="93570" cy="139459"/>
            </a:xfrm>
            <a:custGeom>
              <a:rect b="b" l="l" r="r" t="t"/>
              <a:pathLst>
                <a:path extrusionOk="0" h="2413" w="1619">
                  <a:moveTo>
                    <a:pt x="1382" y="0"/>
                  </a:moveTo>
                  <a:cubicBezTo>
                    <a:pt x="620" y="0"/>
                    <a:pt x="0" y="617"/>
                    <a:pt x="0" y="1376"/>
                  </a:cubicBezTo>
                  <a:lnTo>
                    <a:pt x="0" y="2177"/>
                  </a:lnTo>
                  <a:cubicBezTo>
                    <a:pt x="0" y="2308"/>
                    <a:pt x="106" y="2412"/>
                    <a:pt x="236" y="2412"/>
                  </a:cubicBezTo>
                  <a:cubicBezTo>
                    <a:pt x="367" y="2412"/>
                    <a:pt x="473" y="2308"/>
                    <a:pt x="473" y="2177"/>
                  </a:cubicBezTo>
                  <a:lnTo>
                    <a:pt x="473" y="1376"/>
                  </a:lnTo>
                  <a:cubicBezTo>
                    <a:pt x="473" y="878"/>
                    <a:pt x="881" y="474"/>
                    <a:pt x="1382" y="474"/>
                  </a:cubicBezTo>
                  <a:cubicBezTo>
                    <a:pt x="1512" y="474"/>
                    <a:pt x="1618" y="367"/>
                    <a:pt x="1618" y="238"/>
                  </a:cubicBezTo>
                  <a:cubicBezTo>
                    <a:pt x="1618" y="107"/>
                    <a:pt x="1512" y="0"/>
                    <a:pt x="13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6"/>
            <p:cNvSpPr/>
            <p:nvPr/>
          </p:nvSpPr>
          <p:spPr>
            <a:xfrm>
              <a:off x="916986" y="3578650"/>
              <a:ext cx="133160" cy="139344"/>
            </a:xfrm>
            <a:custGeom>
              <a:rect b="b" l="l" r="r" t="t"/>
              <a:pathLst>
                <a:path extrusionOk="0" h="2411" w="2304">
                  <a:moveTo>
                    <a:pt x="236" y="0"/>
                  </a:moveTo>
                  <a:cubicBezTo>
                    <a:pt x="106" y="0"/>
                    <a:pt x="0" y="106"/>
                    <a:pt x="0" y="236"/>
                  </a:cubicBezTo>
                  <a:lnTo>
                    <a:pt x="0" y="1037"/>
                  </a:lnTo>
                  <a:cubicBezTo>
                    <a:pt x="0" y="1795"/>
                    <a:pt x="620" y="2410"/>
                    <a:pt x="1382" y="2410"/>
                  </a:cubicBezTo>
                  <a:lnTo>
                    <a:pt x="2068" y="2410"/>
                  </a:lnTo>
                  <a:cubicBezTo>
                    <a:pt x="2199" y="2410"/>
                    <a:pt x="2304" y="2306"/>
                    <a:pt x="2304" y="2175"/>
                  </a:cubicBezTo>
                  <a:cubicBezTo>
                    <a:pt x="2304" y="2043"/>
                    <a:pt x="2199" y="1939"/>
                    <a:pt x="2068" y="1939"/>
                  </a:cubicBezTo>
                  <a:lnTo>
                    <a:pt x="1382" y="1939"/>
                  </a:lnTo>
                  <a:cubicBezTo>
                    <a:pt x="881" y="1939"/>
                    <a:pt x="473" y="1535"/>
                    <a:pt x="473" y="1037"/>
                  </a:cubicBezTo>
                  <a:lnTo>
                    <a:pt x="473" y="236"/>
                  </a:lnTo>
                  <a:cubicBezTo>
                    <a:pt x="473" y="106"/>
                    <a:pt x="367" y="0"/>
                    <a:pt x="2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6"/>
            <p:cNvSpPr/>
            <p:nvPr/>
          </p:nvSpPr>
          <p:spPr>
            <a:xfrm>
              <a:off x="2917819" y="3493113"/>
              <a:ext cx="279786" cy="224880"/>
            </a:xfrm>
            <a:custGeom>
              <a:rect b="b" l="l" r="r" t="t"/>
              <a:pathLst>
                <a:path extrusionOk="0" h="3891" w="4841">
                  <a:moveTo>
                    <a:pt x="4605" y="0"/>
                  </a:moveTo>
                  <a:cubicBezTo>
                    <a:pt x="4473" y="0"/>
                    <a:pt x="4367" y="107"/>
                    <a:pt x="4367" y="236"/>
                  </a:cubicBezTo>
                  <a:lnTo>
                    <a:pt x="4367" y="2802"/>
                  </a:lnTo>
                  <a:cubicBezTo>
                    <a:pt x="4367" y="3142"/>
                    <a:pt x="4092" y="3419"/>
                    <a:pt x="3752" y="3419"/>
                  </a:cubicBezTo>
                  <a:lnTo>
                    <a:pt x="238" y="3419"/>
                  </a:lnTo>
                  <a:cubicBezTo>
                    <a:pt x="107" y="3419"/>
                    <a:pt x="1" y="3523"/>
                    <a:pt x="1" y="3655"/>
                  </a:cubicBezTo>
                  <a:cubicBezTo>
                    <a:pt x="1" y="3786"/>
                    <a:pt x="107" y="3890"/>
                    <a:pt x="238" y="3890"/>
                  </a:cubicBezTo>
                  <a:lnTo>
                    <a:pt x="3752" y="3890"/>
                  </a:lnTo>
                  <a:cubicBezTo>
                    <a:pt x="4353" y="3890"/>
                    <a:pt x="4840" y="3403"/>
                    <a:pt x="4840" y="2802"/>
                  </a:cubicBezTo>
                  <a:lnTo>
                    <a:pt x="4840" y="236"/>
                  </a:lnTo>
                  <a:cubicBezTo>
                    <a:pt x="4840" y="107"/>
                    <a:pt x="4734" y="0"/>
                    <a:pt x="46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2" name="Google Shape;142;p16"/>
          <p:cNvSpPr txBox="1"/>
          <p:nvPr>
            <p:ph type="title"/>
          </p:nvPr>
        </p:nvSpPr>
        <p:spPr>
          <a:xfrm>
            <a:off x="1291500" y="2400500"/>
            <a:ext cx="4320000" cy="9159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5000">
                <a:solidFill>
                  <a:schemeClr val="accen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3" name="Google Shape;143;p16"/>
          <p:cNvSpPr txBox="1"/>
          <p:nvPr>
            <p:ph hasCustomPrompt="1" idx="2" type="title"/>
          </p:nvPr>
        </p:nvSpPr>
        <p:spPr>
          <a:xfrm>
            <a:off x="1291500" y="1241525"/>
            <a:ext cx="1652100" cy="915900"/>
          </a:xfrm>
          <a:prstGeom prst="rect">
            <a:avLst/>
          </a:prstGeom>
          <a:noFill/>
        </p:spPr>
        <p:txBody>
          <a:bodyPr anchorCtr="0" anchor="ctr" bIns="91425" lIns="91425" spcFirstLastPara="1" rIns="91425" wrap="square" tIns="91425">
            <a:normAutofit/>
          </a:bodyPr>
          <a:lstStyle>
            <a:lvl1pPr lvl="0">
              <a:spcBef>
                <a:spcPts val="0"/>
              </a:spcBef>
              <a:spcAft>
                <a:spcPts val="0"/>
              </a:spcAft>
              <a:buClr>
                <a:schemeClr val="lt1"/>
              </a:buClr>
              <a:buSzPts val="6000"/>
              <a:buNone/>
              <a:defRPr sz="60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44" name="Google Shape;144;p16"/>
          <p:cNvSpPr txBox="1"/>
          <p:nvPr>
            <p:ph idx="1" type="subTitle"/>
          </p:nvPr>
        </p:nvSpPr>
        <p:spPr>
          <a:xfrm>
            <a:off x="1291500" y="3360725"/>
            <a:ext cx="4320000" cy="375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8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5" name="Google Shape;145;p16"/>
          <p:cNvSpPr/>
          <p:nvPr/>
        </p:nvSpPr>
        <p:spPr>
          <a:xfrm>
            <a:off x="1190841" y="4876886"/>
            <a:ext cx="207420" cy="186779"/>
          </a:xfrm>
          <a:custGeom>
            <a:rect b="b" l="l" r="r" t="t"/>
            <a:pathLst>
              <a:path extrusionOk="0" h="3502" w="3889">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6"/>
          <p:cNvSpPr/>
          <p:nvPr/>
        </p:nvSpPr>
        <p:spPr>
          <a:xfrm>
            <a:off x="212841" y="4445786"/>
            <a:ext cx="207420" cy="186779"/>
          </a:xfrm>
          <a:custGeom>
            <a:rect b="b" l="l" r="r" t="t"/>
            <a:pathLst>
              <a:path extrusionOk="0" h="3502" w="3889">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2">
    <p:spTree>
      <p:nvGrpSpPr>
        <p:cNvPr id="147" name="Shape 147"/>
        <p:cNvGrpSpPr/>
        <p:nvPr/>
      </p:nvGrpSpPr>
      <p:grpSpPr>
        <a:xfrm>
          <a:off x="0" y="0"/>
          <a:ext cx="0" cy="0"/>
          <a:chOff x="0" y="0"/>
          <a:chExt cx="0" cy="0"/>
        </a:xfrm>
      </p:grpSpPr>
      <p:grpSp>
        <p:nvGrpSpPr>
          <p:cNvPr id="148" name="Google Shape;148;p17"/>
          <p:cNvGrpSpPr/>
          <p:nvPr/>
        </p:nvGrpSpPr>
        <p:grpSpPr>
          <a:xfrm>
            <a:off x="-35275" y="-31835"/>
            <a:ext cx="9214549" cy="5207170"/>
            <a:chOff x="-35275" y="-31835"/>
            <a:chExt cx="9214549" cy="5207170"/>
          </a:xfrm>
        </p:grpSpPr>
        <p:grpSp>
          <p:nvGrpSpPr>
            <p:cNvPr id="149" name="Google Shape;149;p17"/>
            <p:cNvGrpSpPr/>
            <p:nvPr/>
          </p:nvGrpSpPr>
          <p:grpSpPr>
            <a:xfrm>
              <a:off x="-35275" y="-31835"/>
              <a:ext cx="4607271" cy="2603603"/>
              <a:chOff x="987999" y="461925"/>
              <a:chExt cx="1514404" cy="1507151"/>
            </a:xfrm>
          </p:grpSpPr>
          <p:grpSp>
            <p:nvGrpSpPr>
              <p:cNvPr id="150" name="Google Shape;150;p17"/>
              <p:cNvGrpSpPr/>
              <p:nvPr/>
            </p:nvGrpSpPr>
            <p:grpSpPr>
              <a:xfrm>
                <a:off x="987999" y="461925"/>
                <a:ext cx="1514401" cy="1506302"/>
                <a:chOff x="987999" y="461925"/>
                <a:chExt cx="1514401" cy="1506302"/>
              </a:xfrm>
            </p:grpSpPr>
            <p:cxnSp>
              <p:nvCxnSpPr>
                <p:cNvPr id="151" name="Google Shape;151;p17"/>
                <p:cNvCxnSpPr/>
                <p:nvPr/>
              </p:nvCxnSpPr>
              <p:spPr>
                <a:xfrm>
                  <a:off x="9879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152" name="Google Shape;152;p17"/>
                <p:cNvCxnSpPr/>
                <p:nvPr/>
              </p:nvCxnSpPr>
              <p:spPr>
                <a:xfrm>
                  <a:off x="11772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153" name="Google Shape;153;p17"/>
                <p:cNvCxnSpPr/>
                <p:nvPr/>
              </p:nvCxnSpPr>
              <p:spPr>
                <a:xfrm>
                  <a:off x="13665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154" name="Google Shape;154;p17"/>
                <p:cNvCxnSpPr/>
                <p:nvPr/>
              </p:nvCxnSpPr>
              <p:spPr>
                <a:xfrm>
                  <a:off x="15558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155" name="Google Shape;155;p17"/>
                <p:cNvCxnSpPr/>
                <p:nvPr/>
              </p:nvCxnSpPr>
              <p:spPr>
                <a:xfrm>
                  <a:off x="17451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156" name="Google Shape;156;p17"/>
                <p:cNvCxnSpPr/>
                <p:nvPr/>
              </p:nvCxnSpPr>
              <p:spPr>
                <a:xfrm>
                  <a:off x="19344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157" name="Google Shape;157;p17"/>
                <p:cNvCxnSpPr/>
                <p:nvPr/>
              </p:nvCxnSpPr>
              <p:spPr>
                <a:xfrm>
                  <a:off x="21237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158" name="Google Shape;158;p17"/>
                <p:cNvCxnSpPr/>
                <p:nvPr/>
              </p:nvCxnSpPr>
              <p:spPr>
                <a:xfrm>
                  <a:off x="23130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159" name="Google Shape;159;p17"/>
                <p:cNvCxnSpPr/>
                <p:nvPr/>
              </p:nvCxnSpPr>
              <p:spPr>
                <a:xfrm>
                  <a:off x="2502400" y="461925"/>
                  <a:ext cx="0" cy="1506300"/>
                </a:xfrm>
                <a:prstGeom prst="straightConnector1">
                  <a:avLst/>
                </a:prstGeom>
                <a:noFill/>
                <a:ln cap="flat" cmpd="sng" w="9525">
                  <a:solidFill>
                    <a:schemeClr val="dk2"/>
                  </a:solidFill>
                  <a:prstDash val="solid"/>
                  <a:round/>
                  <a:headEnd len="sm" w="sm" type="none"/>
                  <a:tailEnd len="sm" w="sm" type="none"/>
                </a:ln>
              </p:spPr>
            </p:cxnSp>
          </p:grpSp>
          <p:grpSp>
            <p:nvGrpSpPr>
              <p:cNvPr id="160" name="Google Shape;160;p17"/>
              <p:cNvGrpSpPr/>
              <p:nvPr/>
            </p:nvGrpSpPr>
            <p:grpSpPr>
              <a:xfrm>
                <a:off x="987999" y="461927"/>
                <a:ext cx="1514404" cy="1507149"/>
                <a:chOff x="987999" y="461927"/>
                <a:chExt cx="1514404" cy="1507149"/>
              </a:xfrm>
            </p:grpSpPr>
            <p:cxnSp>
              <p:nvCxnSpPr>
                <p:cNvPr id="161" name="Google Shape;161;p17"/>
                <p:cNvCxnSpPr/>
                <p:nvPr/>
              </p:nvCxnSpPr>
              <p:spPr>
                <a:xfrm>
                  <a:off x="988003" y="461927"/>
                  <a:ext cx="1514400" cy="0"/>
                </a:xfrm>
                <a:prstGeom prst="straightConnector1">
                  <a:avLst/>
                </a:prstGeom>
                <a:noFill/>
                <a:ln cap="flat" cmpd="sng" w="9525">
                  <a:solidFill>
                    <a:schemeClr val="dk2"/>
                  </a:solidFill>
                  <a:prstDash val="solid"/>
                  <a:round/>
                  <a:headEnd len="sm" w="sm" type="none"/>
                  <a:tailEnd len="sm" w="sm" type="none"/>
                </a:ln>
              </p:spPr>
            </p:cxnSp>
            <p:cxnSp>
              <p:nvCxnSpPr>
                <p:cNvPr id="162" name="Google Shape;162;p17"/>
                <p:cNvCxnSpPr/>
                <p:nvPr/>
              </p:nvCxnSpPr>
              <p:spPr>
                <a:xfrm>
                  <a:off x="987999" y="677235"/>
                  <a:ext cx="1514400" cy="0"/>
                </a:xfrm>
                <a:prstGeom prst="straightConnector1">
                  <a:avLst/>
                </a:prstGeom>
                <a:noFill/>
                <a:ln cap="flat" cmpd="sng" w="9525">
                  <a:solidFill>
                    <a:schemeClr val="dk2"/>
                  </a:solidFill>
                  <a:prstDash val="solid"/>
                  <a:round/>
                  <a:headEnd len="sm" w="sm" type="none"/>
                  <a:tailEnd len="sm" w="sm" type="none"/>
                </a:ln>
              </p:spPr>
            </p:cxnSp>
            <p:cxnSp>
              <p:nvCxnSpPr>
                <p:cNvPr id="163" name="Google Shape;163;p17"/>
                <p:cNvCxnSpPr/>
                <p:nvPr/>
              </p:nvCxnSpPr>
              <p:spPr>
                <a:xfrm>
                  <a:off x="987999" y="892542"/>
                  <a:ext cx="1514400" cy="0"/>
                </a:xfrm>
                <a:prstGeom prst="straightConnector1">
                  <a:avLst/>
                </a:prstGeom>
                <a:noFill/>
                <a:ln cap="flat" cmpd="sng" w="9525">
                  <a:solidFill>
                    <a:schemeClr val="dk2"/>
                  </a:solidFill>
                  <a:prstDash val="solid"/>
                  <a:round/>
                  <a:headEnd len="sm" w="sm" type="none"/>
                  <a:tailEnd len="sm" w="sm" type="none"/>
                </a:ln>
              </p:spPr>
            </p:cxnSp>
            <p:cxnSp>
              <p:nvCxnSpPr>
                <p:cNvPr id="164" name="Google Shape;164;p17"/>
                <p:cNvCxnSpPr/>
                <p:nvPr/>
              </p:nvCxnSpPr>
              <p:spPr>
                <a:xfrm>
                  <a:off x="987999" y="1107848"/>
                  <a:ext cx="1514400" cy="0"/>
                </a:xfrm>
                <a:prstGeom prst="straightConnector1">
                  <a:avLst/>
                </a:prstGeom>
                <a:noFill/>
                <a:ln cap="flat" cmpd="sng" w="9525">
                  <a:solidFill>
                    <a:schemeClr val="dk2"/>
                  </a:solidFill>
                  <a:prstDash val="solid"/>
                  <a:round/>
                  <a:headEnd len="sm" w="sm" type="none"/>
                  <a:tailEnd len="sm" w="sm" type="none"/>
                </a:ln>
              </p:spPr>
            </p:cxnSp>
            <p:cxnSp>
              <p:nvCxnSpPr>
                <p:cNvPr id="165" name="Google Shape;165;p17"/>
                <p:cNvCxnSpPr/>
                <p:nvPr/>
              </p:nvCxnSpPr>
              <p:spPr>
                <a:xfrm>
                  <a:off x="987999" y="1323155"/>
                  <a:ext cx="1514400" cy="0"/>
                </a:xfrm>
                <a:prstGeom prst="straightConnector1">
                  <a:avLst/>
                </a:prstGeom>
                <a:noFill/>
                <a:ln cap="flat" cmpd="sng" w="9525">
                  <a:solidFill>
                    <a:schemeClr val="dk2"/>
                  </a:solidFill>
                  <a:prstDash val="solid"/>
                  <a:round/>
                  <a:headEnd len="sm" w="sm" type="none"/>
                  <a:tailEnd len="sm" w="sm" type="none"/>
                </a:ln>
              </p:spPr>
            </p:cxnSp>
            <p:cxnSp>
              <p:nvCxnSpPr>
                <p:cNvPr id="166" name="Google Shape;166;p17"/>
                <p:cNvCxnSpPr/>
                <p:nvPr/>
              </p:nvCxnSpPr>
              <p:spPr>
                <a:xfrm>
                  <a:off x="987999" y="1538461"/>
                  <a:ext cx="1514400" cy="0"/>
                </a:xfrm>
                <a:prstGeom prst="straightConnector1">
                  <a:avLst/>
                </a:prstGeom>
                <a:noFill/>
                <a:ln cap="flat" cmpd="sng" w="9525">
                  <a:solidFill>
                    <a:schemeClr val="dk2"/>
                  </a:solidFill>
                  <a:prstDash val="solid"/>
                  <a:round/>
                  <a:headEnd len="sm" w="sm" type="none"/>
                  <a:tailEnd len="sm" w="sm" type="none"/>
                </a:ln>
              </p:spPr>
            </p:cxnSp>
            <p:cxnSp>
              <p:nvCxnSpPr>
                <p:cNvPr id="167" name="Google Shape;167;p17"/>
                <p:cNvCxnSpPr/>
                <p:nvPr/>
              </p:nvCxnSpPr>
              <p:spPr>
                <a:xfrm>
                  <a:off x="987999" y="1753768"/>
                  <a:ext cx="1514400" cy="0"/>
                </a:xfrm>
                <a:prstGeom prst="straightConnector1">
                  <a:avLst/>
                </a:prstGeom>
                <a:noFill/>
                <a:ln cap="flat" cmpd="sng" w="9525">
                  <a:solidFill>
                    <a:schemeClr val="dk2"/>
                  </a:solidFill>
                  <a:prstDash val="solid"/>
                  <a:round/>
                  <a:headEnd len="sm" w="sm" type="none"/>
                  <a:tailEnd len="sm" w="sm" type="none"/>
                </a:ln>
              </p:spPr>
            </p:cxnSp>
            <p:cxnSp>
              <p:nvCxnSpPr>
                <p:cNvPr id="168" name="Google Shape;168;p17"/>
                <p:cNvCxnSpPr/>
                <p:nvPr/>
              </p:nvCxnSpPr>
              <p:spPr>
                <a:xfrm>
                  <a:off x="988003" y="1969076"/>
                  <a:ext cx="1514400" cy="0"/>
                </a:xfrm>
                <a:prstGeom prst="straightConnector1">
                  <a:avLst/>
                </a:prstGeom>
                <a:noFill/>
                <a:ln cap="flat" cmpd="sng" w="9525">
                  <a:solidFill>
                    <a:schemeClr val="dk2"/>
                  </a:solidFill>
                  <a:prstDash val="solid"/>
                  <a:round/>
                  <a:headEnd len="sm" w="sm" type="none"/>
                  <a:tailEnd len="sm" w="sm" type="none"/>
                </a:ln>
              </p:spPr>
            </p:cxnSp>
          </p:grpSp>
        </p:grpSp>
        <p:grpSp>
          <p:nvGrpSpPr>
            <p:cNvPr id="169" name="Google Shape;169;p17"/>
            <p:cNvGrpSpPr/>
            <p:nvPr/>
          </p:nvGrpSpPr>
          <p:grpSpPr>
            <a:xfrm>
              <a:off x="4572003" y="-31835"/>
              <a:ext cx="4607271" cy="2603603"/>
              <a:chOff x="987999" y="461925"/>
              <a:chExt cx="1514404" cy="1507151"/>
            </a:xfrm>
          </p:grpSpPr>
          <p:grpSp>
            <p:nvGrpSpPr>
              <p:cNvPr id="170" name="Google Shape;170;p17"/>
              <p:cNvGrpSpPr/>
              <p:nvPr/>
            </p:nvGrpSpPr>
            <p:grpSpPr>
              <a:xfrm>
                <a:off x="987999" y="461925"/>
                <a:ext cx="1514401" cy="1506302"/>
                <a:chOff x="987999" y="461925"/>
                <a:chExt cx="1514401" cy="1506302"/>
              </a:xfrm>
            </p:grpSpPr>
            <p:cxnSp>
              <p:nvCxnSpPr>
                <p:cNvPr id="171" name="Google Shape;171;p17"/>
                <p:cNvCxnSpPr/>
                <p:nvPr/>
              </p:nvCxnSpPr>
              <p:spPr>
                <a:xfrm>
                  <a:off x="9879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172" name="Google Shape;172;p17"/>
                <p:cNvCxnSpPr/>
                <p:nvPr/>
              </p:nvCxnSpPr>
              <p:spPr>
                <a:xfrm>
                  <a:off x="11772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173" name="Google Shape;173;p17"/>
                <p:cNvCxnSpPr/>
                <p:nvPr/>
              </p:nvCxnSpPr>
              <p:spPr>
                <a:xfrm>
                  <a:off x="13665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174" name="Google Shape;174;p17"/>
                <p:cNvCxnSpPr/>
                <p:nvPr/>
              </p:nvCxnSpPr>
              <p:spPr>
                <a:xfrm>
                  <a:off x="15558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175" name="Google Shape;175;p17"/>
                <p:cNvCxnSpPr/>
                <p:nvPr/>
              </p:nvCxnSpPr>
              <p:spPr>
                <a:xfrm>
                  <a:off x="17451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176" name="Google Shape;176;p17"/>
                <p:cNvCxnSpPr/>
                <p:nvPr/>
              </p:nvCxnSpPr>
              <p:spPr>
                <a:xfrm>
                  <a:off x="19344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177" name="Google Shape;177;p17"/>
                <p:cNvCxnSpPr/>
                <p:nvPr/>
              </p:nvCxnSpPr>
              <p:spPr>
                <a:xfrm>
                  <a:off x="21237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178" name="Google Shape;178;p17"/>
                <p:cNvCxnSpPr/>
                <p:nvPr/>
              </p:nvCxnSpPr>
              <p:spPr>
                <a:xfrm>
                  <a:off x="23130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179" name="Google Shape;179;p17"/>
                <p:cNvCxnSpPr/>
                <p:nvPr/>
              </p:nvCxnSpPr>
              <p:spPr>
                <a:xfrm>
                  <a:off x="2502400" y="461925"/>
                  <a:ext cx="0" cy="1506300"/>
                </a:xfrm>
                <a:prstGeom prst="straightConnector1">
                  <a:avLst/>
                </a:prstGeom>
                <a:noFill/>
                <a:ln cap="flat" cmpd="sng" w="9525">
                  <a:solidFill>
                    <a:schemeClr val="dk2"/>
                  </a:solidFill>
                  <a:prstDash val="solid"/>
                  <a:round/>
                  <a:headEnd len="sm" w="sm" type="none"/>
                  <a:tailEnd len="sm" w="sm" type="none"/>
                </a:ln>
              </p:spPr>
            </p:cxnSp>
          </p:grpSp>
          <p:grpSp>
            <p:nvGrpSpPr>
              <p:cNvPr id="180" name="Google Shape;180;p17"/>
              <p:cNvGrpSpPr/>
              <p:nvPr/>
            </p:nvGrpSpPr>
            <p:grpSpPr>
              <a:xfrm>
                <a:off x="987999" y="461927"/>
                <a:ext cx="1514404" cy="1507149"/>
                <a:chOff x="987999" y="461927"/>
                <a:chExt cx="1514404" cy="1507149"/>
              </a:xfrm>
            </p:grpSpPr>
            <p:cxnSp>
              <p:nvCxnSpPr>
                <p:cNvPr id="181" name="Google Shape;181;p17"/>
                <p:cNvCxnSpPr/>
                <p:nvPr/>
              </p:nvCxnSpPr>
              <p:spPr>
                <a:xfrm>
                  <a:off x="988003" y="461927"/>
                  <a:ext cx="1514400" cy="0"/>
                </a:xfrm>
                <a:prstGeom prst="straightConnector1">
                  <a:avLst/>
                </a:prstGeom>
                <a:noFill/>
                <a:ln cap="flat" cmpd="sng" w="9525">
                  <a:solidFill>
                    <a:schemeClr val="dk2"/>
                  </a:solidFill>
                  <a:prstDash val="solid"/>
                  <a:round/>
                  <a:headEnd len="sm" w="sm" type="none"/>
                  <a:tailEnd len="sm" w="sm" type="none"/>
                </a:ln>
              </p:spPr>
            </p:cxnSp>
            <p:cxnSp>
              <p:nvCxnSpPr>
                <p:cNvPr id="182" name="Google Shape;182;p17"/>
                <p:cNvCxnSpPr/>
                <p:nvPr/>
              </p:nvCxnSpPr>
              <p:spPr>
                <a:xfrm>
                  <a:off x="987999" y="677235"/>
                  <a:ext cx="1514400" cy="0"/>
                </a:xfrm>
                <a:prstGeom prst="straightConnector1">
                  <a:avLst/>
                </a:prstGeom>
                <a:noFill/>
                <a:ln cap="flat" cmpd="sng" w="9525">
                  <a:solidFill>
                    <a:schemeClr val="dk2"/>
                  </a:solidFill>
                  <a:prstDash val="solid"/>
                  <a:round/>
                  <a:headEnd len="sm" w="sm" type="none"/>
                  <a:tailEnd len="sm" w="sm" type="none"/>
                </a:ln>
              </p:spPr>
            </p:cxnSp>
            <p:cxnSp>
              <p:nvCxnSpPr>
                <p:cNvPr id="183" name="Google Shape;183;p17"/>
                <p:cNvCxnSpPr/>
                <p:nvPr/>
              </p:nvCxnSpPr>
              <p:spPr>
                <a:xfrm>
                  <a:off x="987999" y="892542"/>
                  <a:ext cx="1514400" cy="0"/>
                </a:xfrm>
                <a:prstGeom prst="straightConnector1">
                  <a:avLst/>
                </a:prstGeom>
                <a:noFill/>
                <a:ln cap="flat" cmpd="sng" w="9525">
                  <a:solidFill>
                    <a:schemeClr val="dk2"/>
                  </a:solidFill>
                  <a:prstDash val="solid"/>
                  <a:round/>
                  <a:headEnd len="sm" w="sm" type="none"/>
                  <a:tailEnd len="sm" w="sm" type="none"/>
                </a:ln>
              </p:spPr>
            </p:cxnSp>
            <p:cxnSp>
              <p:nvCxnSpPr>
                <p:cNvPr id="184" name="Google Shape;184;p17"/>
                <p:cNvCxnSpPr/>
                <p:nvPr/>
              </p:nvCxnSpPr>
              <p:spPr>
                <a:xfrm>
                  <a:off x="987999" y="1107848"/>
                  <a:ext cx="1514400" cy="0"/>
                </a:xfrm>
                <a:prstGeom prst="straightConnector1">
                  <a:avLst/>
                </a:prstGeom>
                <a:noFill/>
                <a:ln cap="flat" cmpd="sng" w="9525">
                  <a:solidFill>
                    <a:schemeClr val="dk2"/>
                  </a:solidFill>
                  <a:prstDash val="solid"/>
                  <a:round/>
                  <a:headEnd len="sm" w="sm" type="none"/>
                  <a:tailEnd len="sm" w="sm" type="none"/>
                </a:ln>
              </p:spPr>
            </p:cxnSp>
            <p:cxnSp>
              <p:nvCxnSpPr>
                <p:cNvPr id="185" name="Google Shape;185;p17"/>
                <p:cNvCxnSpPr/>
                <p:nvPr/>
              </p:nvCxnSpPr>
              <p:spPr>
                <a:xfrm>
                  <a:off x="987999" y="1323155"/>
                  <a:ext cx="1514400" cy="0"/>
                </a:xfrm>
                <a:prstGeom prst="straightConnector1">
                  <a:avLst/>
                </a:prstGeom>
                <a:noFill/>
                <a:ln cap="flat" cmpd="sng" w="9525">
                  <a:solidFill>
                    <a:schemeClr val="dk2"/>
                  </a:solidFill>
                  <a:prstDash val="solid"/>
                  <a:round/>
                  <a:headEnd len="sm" w="sm" type="none"/>
                  <a:tailEnd len="sm" w="sm" type="none"/>
                </a:ln>
              </p:spPr>
            </p:cxnSp>
            <p:cxnSp>
              <p:nvCxnSpPr>
                <p:cNvPr id="186" name="Google Shape;186;p17"/>
                <p:cNvCxnSpPr/>
                <p:nvPr/>
              </p:nvCxnSpPr>
              <p:spPr>
                <a:xfrm>
                  <a:off x="987999" y="1538461"/>
                  <a:ext cx="1514400" cy="0"/>
                </a:xfrm>
                <a:prstGeom prst="straightConnector1">
                  <a:avLst/>
                </a:prstGeom>
                <a:noFill/>
                <a:ln cap="flat" cmpd="sng" w="9525">
                  <a:solidFill>
                    <a:schemeClr val="dk2"/>
                  </a:solidFill>
                  <a:prstDash val="solid"/>
                  <a:round/>
                  <a:headEnd len="sm" w="sm" type="none"/>
                  <a:tailEnd len="sm" w="sm" type="none"/>
                </a:ln>
              </p:spPr>
            </p:cxnSp>
            <p:cxnSp>
              <p:nvCxnSpPr>
                <p:cNvPr id="187" name="Google Shape;187;p17"/>
                <p:cNvCxnSpPr/>
                <p:nvPr/>
              </p:nvCxnSpPr>
              <p:spPr>
                <a:xfrm>
                  <a:off x="987999" y="1753768"/>
                  <a:ext cx="1514400" cy="0"/>
                </a:xfrm>
                <a:prstGeom prst="straightConnector1">
                  <a:avLst/>
                </a:prstGeom>
                <a:noFill/>
                <a:ln cap="flat" cmpd="sng" w="9525">
                  <a:solidFill>
                    <a:schemeClr val="dk2"/>
                  </a:solidFill>
                  <a:prstDash val="solid"/>
                  <a:round/>
                  <a:headEnd len="sm" w="sm" type="none"/>
                  <a:tailEnd len="sm" w="sm" type="none"/>
                </a:ln>
              </p:spPr>
            </p:cxnSp>
            <p:cxnSp>
              <p:nvCxnSpPr>
                <p:cNvPr id="188" name="Google Shape;188;p17"/>
                <p:cNvCxnSpPr/>
                <p:nvPr/>
              </p:nvCxnSpPr>
              <p:spPr>
                <a:xfrm>
                  <a:off x="988003" y="1969076"/>
                  <a:ext cx="1514400" cy="0"/>
                </a:xfrm>
                <a:prstGeom prst="straightConnector1">
                  <a:avLst/>
                </a:prstGeom>
                <a:noFill/>
                <a:ln cap="flat" cmpd="sng" w="9525">
                  <a:solidFill>
                    <a:schemeClr val="dk2"/>
                  </a:solidFill>
                  <a:prstDash val="solid"/>
                  <a:round/>
                  <a:headEnd len="sm" w="sm" type="none"/>
                  <a:tailEnd len="sm" w="sm" type="none"/>
                </a:ln>
              </p:spPr>
            </p:cxnSp>
          </p:grpSp>
        </p:grpSp>
        <p:grpSp>
          <p:nvGrpSpPr>
            <p:cNvPr id="189" name="Google Shape;189;p17"/>
            <p:cNvGrpSpPr/>
            <p:nvPr/>
          </p:nvGrpSpPr>
          <p:grpSpPr>
            <a:xfrm>
              <a:off x="-35275" y="2571732"/>
              <a:ext cx="4607271" cy="2603603"/>
              <a:chOff x="987999" y="461925"/>
              <a:chExt cx="1514404" cy="1507151"/>
            </a:xfrm>
          </p:grpSpPr>
          <p:grpSp>
            <p:nvGrpSpPr>
              <p:cNvPr id="190" name="Google Shape;190;p17"/>
              <p:cNvGrpSpPr/>
              <p:nvPr/>
            </p:nvGrpSpPr>
            <p:grpSpPr>
              <a:xfrm>
                <a:off x="987999" y="461925"/>
                <a:ext cx="1514401" cy="1506302"/>
                <a:chOff x="987999" y="461925"/>
                <a:chExt cx="1514401" cy="1506302"/>
              </a:xfrm>
            </p:grpSpPr>
            <p:cxnSp>
              <p:nvCxnSpPr>
                <p:cNvPr id="191" name="Google Shape;191;p17"/>
                <p:cNvCxnSpPr/>
                <p:nvPr/>
              </p:nvCxnSpPr>
              <p:spPr>
                <a:xfrm>
                  <a:off x="9879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192" name="Google Shape;192;p17"/>
                <p:cNvCxnSpPr/>
                <p:nvPr/>
              </p:nvCxnSpPr>
              <p:spPr>
                <a:xfrm>
                  <a:off x="11772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193" name="Google Shape;193;p17"/>
                <p:cNvCxnSpPr/>
                <p:nvPr/>
              </p:nvCxnSpPr>
              <p:spPr>
                <a:xfrm>
                  <a:off x="13665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194" name="Google Shape;194;p17"/>
                <p:cNvCxnSpPr/>
                <p:nvPr/>
              </p:nvCxnSpPr>
              <p:spPr>
                <a:xfrm>
                  <a:off x="15558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195" name="Google Shape;195;p17"/>
                <p:cNvCxnSpPr/>
                <p:nvPr/>
              </p:nvCxnSpPr>
              <p:spPr>
                <a:xfrm>
                  <a:off x="17451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196" name="Google Shape;196;p17"/>
                <p:cNvCxnSpPr/>
                <p:nvPr/>
              </p:nvCxnSpPr>
              <p:spPr>
                <a:xfrm>
                  <a:off x="19344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197" name="Google Shape;197;p17"/>
                <p:cNvCxnSpPr/>
                <p:nvPr/>
              </p:nvCxnSpPr>
              <p:spPr>
                <a:xfrm>
                  <a:off x="21237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198" name="Google Shape;198;p17"/>
                <p:cNvCxnSpPr/>
                <p:nvPr/>
              </p:nvCxnSpPr>
              <p:spPr>
                <a:xfrm>
                  <a:off x="23130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199" name="Google Shape;199;p17"/>
                <p:cNvCxnSpPr/>
                <p:nvPr/>
              </p:nvCxnSpPr>
              <p:spPr>
                <a:xfrm>
                  <a:off x="2502400" y="461925"/>
                  <a:ext cx="0" cy="1506300"/>
                </a:xfrm>
                <a:prstGeom prst="straightConnector1">
                  <a:avLst/>
                </a:prstGeom>
                <a:noFill/>
                <a:ln cap="flat" cmpd="sng" w="9525">
                  <a:solidFill>
                    <a:schemeClr val="dk2"/>
                  </a:solidFill>
                  <a:prstDash val="solid"/>
                  <a:round/>
                  <a:headEnd len="sm" w="sm" type="none"/>
                  <a:tailEnd len="sm" w="sm" type="none"/>
                </a:ln>
              </p:spPr>
            </p:cxnSp>
          </p:grpSp>
          <p:grpSp>
            <p:nvGrpSpPr>
              <p:cNvPr id="200" name="Google Shape;200;p17"/>
              <p:cNvGrpSpPr/>
              <p:nvPr/>
            </p:nvGrpSpPr>
            <p:grpSpPr>
              <a:xfrm>
                <a:off x="987999" y="461927"/>
                <a:ext cx="1514404" cy="1507149"/>
                <a:chOff x="987999" y="461927"/>
                <a:chExt cx="1514404" cy="1507149"/>
              </a:xfrm>
            </p:grpSpPr>
            <p:cxnSp>
              <p:nvCxnSpPr>
                <p:cNvPr id="201" name="Google Shape;201;p17"/>
                <p:cNvCxnSpPr/>
                <p:nvPr/>
              </p:nvCxnSpPr>
              <p:spPr>
                <a:xfrm>
                  <a:off x="988003" y="461927"/>
                  <a:ext cx="1514400" cy="0"/>
                </a:xfrm>
                <a:prstGeom prst="straightConnector1">
                  <a:avLst/>
                </a:prstGeom>
                <a:noFill/>
                <a:ln cap="flat" cmpd="sng" w="9525">
                  <a:solidFill>
                    <a:schemeClr val="dk2"/>
                  </a:solidFill>
                  <a:prstDash val="solid"/>
                  <a:round/>
                  <a:headEnd len="sm" w="sm" type="none"/>
                  <a:tailEnd len="sm" w="sm" type="none"/>
                </a:ln>
              </p:spPr>
            </p:cxnSp>
            <p:cxnSp>
              <p:nvCxnSpPr>
                <p:cNvPr id="202" name="Google Shape;202;p17"/>
                <p:cNvCxnSpPr/>
                <p:nvPr/>
              </p:nvCxnSpPr>
              <p:spPr>
                <a:xfrm>
                  <a:off x="987999" y="677235"/>
                  <a:ext cx="1514400" cy="0"/>
                </a:xfrm>
                <a:prstGeom prst="straightConnector1">
                  <a:avLst/>
                </a:prstGeom>
                <a:noFill/>
                <a:ln cap="flat" cmpd="sng" w="9525">
                  <a:solidFill>
                    <a:schemeClr val="dk2"/>
                  </a:solidFill>
                  <a:prstDash val="solid"/>
                  <a:round/>
                  <a:headEnd len="sm" w="sm" type="none"/>
                  <a:tailEnd len="sm" w="sm" type="none"/>
                </a:ln>
              </p:spPr>
            </p:cxnSp>
            <p:cxnSp>
              <p:nvCxnSpPr>
                <p:cNvPr id="203" name="Google Shape;203;p17"/>
                <p:cNvCxnSpPr/>
                <p:nvPr/>
              </p:nvCxnSpPr>
              <p:spPr>
                <a:xfrm>
                  <a:off x="987999" y="892542"/>
                  <a:ext cx="1514400" cy="0"/>
                </a:xfrm>
                <a:prstGeom prst="straightConnector1">
                  <a:avLst/>
                </a:prstGeom>
                <a:noFill/>
                <a:ln cap="flat" cmpd="sng" w="9525">
                  <a:solidFill>
                    <a:schemeClr val="dk2"/>
                  </a:solidFill>
                  <a:prstDash val="solid"/>
                  <a:round/>
                  <a:headEnd len="sm" w="sm" type="none"/>
                  <a:tailEnd len="sm" w="sm" type="none"/>
                </a:ln>
              </p:spPr>
            </p:cxnSp>
            <p:cxnSp>
              <p:nvCxnSpPr>
                <p:cNvPr id="204" name="Google Shape;204;p17"/>
                <p:cNvCxnSpPr/>
                <p:nvPr/>
              </p:nvCxnSpPr>
              <p:spPr>
                <a:xfrm>
                  <a:off x="987999" y="1107848"/>
                  <a:ext cx="1514400" cy="0"/>
                </a:xfrm>
                <a:prstGeom prst="straightConnector1">
                  <a:avLst/>
                </a:prstGeom>
                <a:noFill/>
                <a:ln cap="flat" cmpd="sng" w="9525">
                  <a:solidFill>
                    <a:schemeClr val="dk2"/>
                  </a:solidFill>
                  <a:prstDash val="solid"/>
                  <a:round/>
                  <a:headEnd len="sm" w="sm" type="none"/>
                  <a:tailEnd len="sm" w="sm" type="none"/>
                </a:ln>
              </p:spPr>
            </p:cxnSp>
            <p:cxnSp>
              <p:nvCxnSpPr>
                <p:cNvPr id="205" name="Google Shape;205;p17"/>
                <p:cNvCxnSpPr/>
                <p:nvPr/>
              </p:nvCxnSpPr>
              <p:spPr>
                <a:xfrm>
                  <a:off x="987999" y="1323155"/>
                  <a:ext cx="1514400" cy="0"/>
                </a:xfrm>
                <a:prstGeom prst="straightConnector1">
                  <a:avLst/>
                </a:prstGeom>
                <a:noFill/>
                <a:ln cap="flat" cmpd="sng" w="9525">
                  <a:solidFill>
                    <a:schemeClr val="dk2"/>
                  </a:solidFill>
                  <a:prstDash val="solid"/>
                  <a:round/>
                  <a:headEnd len="sm" w="sm" type="none"/>
                  <a:tailEnd len="sm" w="sm" type="none"/>
                </a:ln>
              </p:spPr>
            </p:cxnSp>
            <p:cxnSp>
              <p:nvCxnSpPr>
                <p:cNvPr id="206" name="Google Shape;206;p17"/>
                <p:cNvCxnSpPr/>
                <p:nvPr/>
              </p:nvCxnSpPr>
              <p:spPr>
                <a:xfrm>
                  <a:off x="987999" y="1538461"/>
                  <a:ext cx="1514400" cy="0"/>
                </a:xfrm>
                <a:prstGeom prst="straightConnector1">
                  <a:avLst/>
                </a:prstGeom>
                <a:noFill/>
                <a:ln cap="flat" cmpd="sng" w="9525">
                  <a:solidFill>
                    <a:schemeClr val="dk2"/>
                  </a:solidFill>
                  <a:prstDash val="solid"/>
                  <a:round/>
                  <a:headEnd len="sm" w="sm" type="none"/>
                  <a:tailEnd len="sm" w="sm" type="none"/>
                </a:ln>
              </p:spPr>
            </p:cxnSp>
            <p:cxnSp>
              <p:nvCxnSpPr>
                <p:cNvPr id="207" name="Google Shape;207;p17"/>
                <p:cNvCxnSpPr/>
                <p:nvPr/>
              </p:nvCxnSpPr>
              <p:spPr>
                <a:xfrm>
                  <a:off x="987999" y="1753768"/>
                  <a:ext cx="1514400" cy="0"/>
                </a:xfrm>
                <a:prstGeom prst="straightConnector1">
                  <a:avLst/>
                </a:prstGeom>
                <a:noFill/>
                <a:ln cap="flat" cmpd="sng" w="9525">
                  <a:solidFill>
                    <a:schemeClr val="dk2"/>
                  </a:solidFill>
                  <a:prstDash val="solid"/>
                  <a:round/>
                  <a:headEnd len="sm" w="sm" type="none"/>
                  <a:tailEnd len="sm" w="sm" type="none"/>
                </a:ln>
              </p:spPr>
            </p:cxnSp>
            <p:cxnSp>
              <p:nvCxnSpPr>
                <p:cNvPr id="208" name="Google Shape;208;p17"/>
                <p:cNvCxnSpPr/>
                <p:nvPr/>
              </p:nvCxnSpPr>
              <p:spPr>
                <a:xfrm>
                  <a:off x="988003" y="1969076"/>
                  <a:ext cx="1514400" cy="0"/>
                </a:xfrm>
                <a:prstGeom prst="straightConnector1">
                  <a:avLst/>
                </a:prstGeom>
                <a:noFill/>
                <a:ln cap="flat" cmpd="sng" w="9525">
                  <a:solidFill>
                    <a:schemeClr val="dk2"/>
                  </a:solidFill>
                  <a:prstDash val="solid"/>
                  <a:round/>
                  <a:headEnd len="sm" w="sm" type="none"/>
                  <a:tailEnd len="sm" w="sm" type="none"/>
                </a:ln>
              </p:spPr>
            </p:cxnSp>
          </p:grpSp>
        </p:grpSp>
        <p:grpSp>
          <p:nvGrpSpPr>
            <p:cNvPr id="209" name="Google Shape;209;p17"/>
            <p:cNvGrpSpPr/>
            <p:nvPr/>
          </p:nvGrpSpPr>
          <p:grpSpPr>
            <a:xfrm>
              <a:off x="4572003" y="2571732"/>
              <a:ext cx="4607271" cy="2603603"/>
              <a:chOff x="987999" y="461925"/>
              <a:chExt cx="1514404" cy="1507151"/>
            </a:xfrm>
          </p:grpSpPr>
          <p:grpSp>
            <p:nvGrpSpPr>
              <p:cNvPr id="210" name="Google Shape;210;p17"/>
              <p:cNvGrpSpPr/>
              <p:nvPr/>
            </p:nvGrpSpPr>
            <p:grpSpPr>
              <a:xfrm>
                <a:off x="987999" y="461925"/>
                <a:ext cx="1514401" cy="1506302"/>
                <a:chOff x="987999" y="461925"/>
                <a:chExt cx="1514401" cy="1506302"/>
              </a:xfrm>
            </p:grpSpPr>
            <p:cxnSp>
              <p:nvCxnSpPr>
                <p:cNvPr id="211" name="Google Shape;211;p17"/>
                <p:cNvCxnSpPr/>
                <p:nvPr/>
              </p:nvCxnSpPr>
              <p:spPr>
                <a:xfrm>
                  <a:off x="9879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212" name="Google Shape;212;p17"/>
                <p:cNvCxnSpPr/>
                <p:nvPr/>
              </p:nvCxnSpPr>
              <p:spPr>
                <a:xfrm>
                  <a:off x="11772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213" name="Google Shape;213;p17"/>
                <p:cNvCxnSpPr/>
                <p:nvPr/>
              </p:nvCxnSpPr>
              <p:spPr>
                <a:xfrm>
                  <a:off x="13665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214" name="Google Shape;214;p17"/>
                <p:cNvCxnSpPr/>
                <p:nvPr/>
              </p:nvCxnSpPr>
              <p:spPr>
                <a:xfrm>
                  <a:off x="15558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215" name="Google Shape;215;p17"/>
                <p:cNvCxnSpPr/>
                <p:nvPr/>
              </p:nvCxnSpPr>
              <p:spPr>
                <a:xfrm>
                  <a:off x="17451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216" name="Google Shape;216;p17"/>
                <p:cNvCxnSpPr/>
                <p:nvPr/>
              </p:nvCxnSpPr>
              <p:spPr>
                <a:xfrm>
                  <a:off x="19344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217" name="Google Shape;217;p17"/>
                <p:cNvCxnSpPr/>
                <p:nvPr/>
              </p:nvCxnSpPr>
              <p:spPr>
                <a:xfrm>
                  <a:off x="21237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218" name="Google Shape;218;p17"/>
                <p:cNvCxnSpPr/>
                <p:nvPr/>
              </p:nvCxnSpPr>
              <p:spPr>
                <a:xfrm>
                  <a:off x="23130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219" name="Google Shape;219;p17"/>
                <p:cNvCxnSpPr/>
                <p:nvPr/>
              </p:nvCxnSpPr>
              <p:spPr>
                <a:xfrm>
                  <a:off x="2502400" y="461925"/>
                  <a:ext cx="0" cy="1506300"/>
                </a:xfrm>
                <a:prstGeom prst="straightConnector1">
                  <a:avLst/>
                </a:prstGeom>
                <a:noFill/>
                <a:ln cap="flat" cmpd="sng" w="9525">
                  <a:solidFill>
                    <a:schemeClr val="dk2"/>
                  </a:solidFill>
                  <a:prstDash val="solid"/>
                  <a:round/>
                  <a:headEnd len="sm" w="sm" type="none"/>
                  <a:tailEnd len="sm" w="sm" type="none"/>
                </a:ln>
              </p:spPr>
            </p:cxnSp>
          </p:grpSp>
          <p:grpSp>
            <p:nvGrpSpPr>
              <p:cNvPr id="220" name="Google Shape;220;p17"/>
              <p:cNvGrpSpPr/>
              <p:nvPr/>
            </p:nvGrpSpPr>
            <p:grpSpPr>
              <a:xfrm>
                <a:off x="987999" y="461927"/>
                <a:ext cx="1514404" cy="1507149"/>
                <a:chOff x="987999" y="461927"/>
                <a:chExt cx="1514404" cy="1507149"/>
              </a:xfrm>
            </p:grpSpPr>
            <p:cxnSp>
              <p:nvCxnSpPr>
                <p:cNvPr id="221" name="Google Shape;221;p17"/>
                <p:cNvCxnSpPr/>
                <p:nvPr/>
              </p:nvCxnSpPr>
              <p:spPr>
                <a:xfrm>
                  <a:off x="988003" y="461927"/>
                  <a:ext cx="1514400" cy="0"/>
                </a:xfrm>
                <a:prstGeom prst="straightConnector1">
                  <a:avLst/>
                </a:prstGeom>
                <a:noFill/>
                <a:ln cap="flat" cmpd="sng" w="9525">
                  <a:solidFill>
                    <a:schemeClr val="dk2"/>
                  </a:solidFill>
                  <a:prstDash val="solid"/>
                  <a:round/>
                  <a:headEnd len="sm" w="sm" type="none"/>
                  <a:tailEnd len="sm" w="sm" type="none"/>
                </a:ln>
              </p:spPr>
            </p:cxnSp>
            <p:cxnSp>
              <p:nvCxnSpPr>
                <p:cNvPr id="222" name="Google Shape;222;p17"/>
                <p:cNvCxnSpPr/>
                <p:nvPr/>
              </p:nvCxnSpPr>
              <p:spPr>
                <a:xfrm>
                  <a:off x="987999" y="677235"/>
                  <a:ext cx="1514400" cy="0"/>
                </a:xfrm>
                <a:prstGeom prst="straightConnector1">
                  <a:avLst/>
                </a:prstGeom>
                <a:noFill/>
                <a:ln cap="flat" cmpd="sng" w="9525">
                  <a:solidFill>
                    <a:schemeClr val="dk2"/>
                  </a:solidFill>
                  <a:prstDash val="solid"/>
                  <a:round/>
                  <a:headEnd len="sm" w="sm" type="none"/>
                  <a:tailEnd len="sm" w="sm" type="none"/>
                </a:ln>
              </p:spPr>
            </p:cxnSp>
            <p:cxnSp>
              <p:nvCxnSpPr>
                <p:cNvPr id="223" name="Google Shape;223;p17"/>
                <p:cNvCxnSpPr/>
                <p:nvPr/>
              </p:nvCxnSpPr>
              <p:spPr>
                <a:xfrm>
                  <a:off x="987999" y="892542"/>
                  <a:ext cx="1514400" cy="0"/>
                </a:xfrm>
                <a:prstGeom prst="straightConnector1">
                  <a:avLst/>
                </a:prstGeom>
                <a:noFill/>
                <a:ln cap="flat" cmpd="sng" w="9525">
                  <a:solidFill>
                    <a:schemeClr val="dk2"/>
                  </a:solidFill>
                  <a:prstDash val="solid"/>
                  <a:round/>
                  <a:headEnd len="sm" w="sm" type="none"/>
                  <a:tailEnd len="sm" w="sm" type="none"/>
                </a:ln>
              </p:spPr>
            </p:cxnSp>
            <p:cxnSp>
              <p:nvCxnSpPr>
                <p:cNvPr id="224" name="Google Shape;224;p17"/>
                <p:cNvCxnSpPr/>
                <p:nvPr/>
              </p:nvCxnSpPr>
              <p:spPr>
                <a:xfrm>
                  <a:off x="987999" y="1107848"/>
                  <a:ext cx="1514400" cy="0"/>
                </a:xfrm>
                <a:prstGeom prst="straightConnector1">
                  <a:avLst/>
                </a:prstGeom>
                <a:noFill/>
                <a:ln cap="flat" cmpd="sng" w="9525">
                  <a:solidFill>
                    <a:schemeClr val="dk2"/>
                  </a:solidFill>
                  <a:prstDash val="solid"/>
                  <a:round/>
                  <a:headEnd len="sm" w="sm" type="none"/>
                  <a:tailEnd len="sm" w="sm" type="none"/>
                </a:ln>
              </p:spPr>
            </p:cxnSp>
            <p:cxnSp>
              <p:nvCxnSpPr>
                <p:cNvPr id="225" name="Google Shape;225;p17"/>
                <p:cNvCxnSpPr/>
                <p:nvPr/>
              </p:nvCxnSpPr>
              <p:spPr>
                <a:xfrm>
                  <a:off x="987999" y="1323155"/>
                  <a:ext cx="1514400" cy="0"/>
                </a:xfrm>
                <a:prstGeom prst="straightConnector1">
                  <a:avLst/>
                </a:prstGeom>
                <a:noFill/>
                <a:ln cap="flat" cmpd="sng" w="9525">
                  <a:solidFill>
                    <a:schemeClr val="dk2"/>
                  </a:solidFill>
                  <a:prstDash val="solid"/>
                  <a:round/>
                  <a:headEnd len="sm" w="sm" type="none"/>
                  <a:tailEnd len="sm" w="sm" type="none"/>
                </a:ln>
              </p:spPr>
            </p:cxnSp>
            <p:cxnSp>
              <p:nvCxnSpPr>
                <p:cNvPr id="226" name="Google Shape;226;p17"/>
                <p:cNvCxnSpPr/>
                <p:nvPr/>
              </p:nvCxnSpPr>
              <p:spPr>
                <a:xfrm>
                  <a:off x="987999" y="1538461"/>
                  <a:ext cx="1514400" cy="0"/>
                </a:xfrm>
                <a:prstGeom prst="straightConnector1">
                  <a:avLst/>
                </a:prstGeom>
                <a:noFill/>
                <a:ln cap="flat" cmpd="sng" w="9525">
                  <a:solidFill>
                    <a:schemeClr val="dk2"/>
                  </a:solidFill>
                  <a:prstDash val="solid"/>
                  <a:round/>
                  <a:headEnd len="sm" w="sm" type="none"/>
                  <a:tailEnd len="sm" w="sm" type="none"/>
                </a:ln>
              </p:spPr>
            </p:cxnSp>
            <p:cxnSp>
              <p:nvCxnSpPr>
                <p:cNvPr id="227" name="Google Shape;227;p17"/>
                <p:cNvCxnSpPr/>
                <p:nvPr/>
              </p:nvCxnSpPr>
              <p:spPr>
                <a:xfrm>
                  <a:off x="987999" y="1753768"/>
                  <a:ext cx="1514400" cy="0"/>
                </a:xfrm>
                <a:prstGeom prst="straightConnector1">
                  <a:avLst/>
                </a:prstGeom>
                <a:noFill/>
                <a:ln cap="flat" cmpd="sng" w="9525">
                  <a:solidFill>
                    <a:schemeClr val="dk2"/>
                  </a:solidFill>
                  <a:prstDash val="solid"/>
                  <a:round/>
                  <a:headEnd len="sm" w="sm" type="none"/>
                  <a:tailEnd len="sm" w="sm" type="none"/>
                </a:ln>
              </p:spPr>
            </p:cxnSp>
            <p:cxnSp>
              <p:nvCxnSpPr>
                <p:cNvPr id="228" name="Google Shape;228;p17"/>
                <p:cNvCxnSpPr/>
                <p:nvPr/>
              </p:nvCxnSpPr>
              <p:spPr>
                <a:xfrm>
                  <a:off x="988003" y="1969076"/>
                  <a:ext cx="1514400" cy="0"/>
                </a:xfrm>
                <a:prstGeom prst="straightConnector1">
                  <a:avLst/>
                </a:prstGeom>
                <a:noFill/>
                <a:ln cap="flat" cmpd="sng" w="9525">
                  <a:solidFill>
                    <a:schemeClr val="dk2"/>
                  </a:solidFill>
                  <a:prstDash val="solid"/>
                  <a:round/>
                  <a:headEnd len="sm" w="sm" type="none"/>
                  <a:tailEnd len="sm" w="sm" type="none"/>
                </a:ln>
              </p:spPr>
            </p:cxnSp>
          </p:grpSp>
        </p:grpSp>
      </p:grpSp>
      <p:sp>
        <p:nvSpPr>
          <p:cNvPr id="229" name="Google Shape;229;p17"/>
          <p:cNvSpPr txBox="1"/>
          <p:nvPr>
            <p:ph idx="1" type="subTitle"/>
          </p:nvPr>
        </p:nvSpPr>
        <p:spPr>
          <a:xfrm>
            <a:off x="2250750" y="1815039"/>
            <a:ext cx="4642500" cy="10392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900"/>
              <a:buNone/>
              <a:defRPr sz="19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0" name="Google Shape;230;p17"/>
          <p:cNvSpPr txBox="1"/>
          <p:nvPr>
            <p:ph idx="2" type="subTitle"/>
          </p:nvPr>
        </p:nvSpPr>
        <p:spPr>
          <a:xfrm>
            <a:off x="3184650" y="2855392"/>
            <a:ext cx="2774700" cy="468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000"/>
              <a:buFont typeface="Merriweather"/>
              <a:buNone/>
              <a:defRPr sz="2000">
                <a:solidFill>
                  <a:schemeClr val="lt1"/>
                </a:solidFill>
                <a:latin typeface="Merriweather"/>
                <a:ea typeface="Merriweather"/>
                <a:cs typeface="Merriweather"/>
                <a:sym typeface="Merriweather"/>
              </a:defRPr>
            </a:lvl1pPr>
            <a:lvl2pPr lvl="1" algn="l">
              <a:lnSpc>
                <a:spcPct val="100000"/>
              </a:lnSpc>
              <a:spcBef>
                <a:spcPts val="0"/>
              </a:spcBef>
              <a:spcAft>
                <a:spcPts val="0"/>
              </a:spcAft>
              <a:buSzPts val="1400"/>
              <a:buFont typeface="Merriweather"/>
              <a:buNone/>
              <a:defRPr>
                <a:latin typeface="Merriweather"/>
                <a:ea typeface="Merriweather"/>
                <a:cs typeface="Merriweather"/>
                <a:sym typeface="Merriweather"/>
              </a:defRPr>
            </a:lvl2pPr>
            <a:lvl3pPr lvl="2" algn="l">
              <a:lnSpc>
                <a:spcPct val="100000"/>
              </a:lnSpc>
              <a:spcBef>
                <a:spcPts val="0"/>
              </a:spcBef>
              <a:spcAft>
                <a:spcPts val="0"/>
              </a:spcAft>
              <a:buSzPts val="1400"/>
              <a:buFont typeface="Merriweather"/>
              <a:buNone/>
              <a:defRPr>
                <a:latin typeface="Merriweather"/>
                <a:ea typeface="Merriweather"/>
                <a:cs typeface="Merriweather"/>
                <a:sym typeface="Merriweather"/>
              </a:defRPr>
            </a:lvl3pPr>
            <a:lvl4pPr lvl="3" algn="l">
              <a:lnSpc>
                <a:spcPct val="100000"/>
              </a:lnSpc>
              <a:spcBef>
                <a:spcPts val="0"/>
              </a:spcBef>
              <a:spcAft>
                <a:spcPts val="0"/>
              </a:spcAft>
              <a:buSzPts val="1400"/>
              <a:buFont typeface="Merriweather"/>
              <a:buNone/>
              <a:defRPr>
                <a:latin typeface="Merriweather"/>
                <a:ea typeface="Merriweather"/>
                <a:cs typeface="Merriweather"/>
                <a:sym typeface="Merriweather"/>
              </a:defRPr>
            </a:lvl4pPr>
            <a:lvl5pPr lvl="4" algn="l">
              <a:lnSpc>
                <a:spcPct val="100000"/>
              </a:lnSpc>
              <a:spcBef>
                <a:spcPts val="0"/>
              </a:spcBef>
              <a:spcAft>
                <a:spcPts val="0"/>
              </a:spcAft>
              <a:buSzPts val="1400"/>
              <a:buFont typeface="Merriweather"/>
              <a:buNone/>
              <a:defRPr>
                <a:latin typeface="Merriweather"/>
                <a:ea typeface="Merriweather"/>
                <a:cs typeface="Merriweather"/>
                <a:sym typeface="Merriweather"/>
              </a:defRPr>
            </a:lvl5pPr>
            <a:lvl6pPr lvl="5" algn="l">
              <a:lnSpc>
                <a:spcPct val="100000"/>
              </a:lnSpc>
              <a:spcBef>
                <a:spcPts val="0"/>
              </a:spcBef>
              <a:spcAft>
                <a:spcPts val="0"/>
              </a:spcAft>
              <a:buSzPts val="1400"/>
              <a:buFont typeface="Merriweather"/>
              <a:buNone/>
              <a:defRPr>
                <a:latin typeface="Merriweather"/>
                <a:ea typeface="Merriweather"/>
                <a:cs typeface="Merriweather"/>
                <a:sym typeface="Merriweather"/>
              </a:defRPr>
            </a:lvl6pPr>
            <a:lvl7pPr lvl="6" algn="l">
              <a:lnSpc>
                <a:spcPct val="100000"/>
              </a:lnSpc>
              <a:spcBef>
                <a:spcPts val="0"/>
              </a:spcBef>
              <a:spcAft>
                <a:spcPts val="0"/>
              </a:spcAft>
              <a:buSzPts val="1400"/>
              <a:buFont typeface="Merriweather"/>
              <a:buNone/>
              <a:defRPr>
                <a:latin typeface="Merriweather"/>
                <a:ea typeface="Merriweather"/>
                <a:cs typeface="Merriweather"/>
                <a:sym typeface="Merriweather"/>
              </a:defRPr>
            </a:lvl7pPr>
            <a:lvl8pPr lvl="7" algn="l">
              <a:lnSpc>
                <a:spcPct val="100000"/>
              </a:lnSpc>
              <a:spcBef>
                <a:spcPts val="0"/>
              </a:spcBef>
              <a:spcAft>
                <a:spcPts val="0"/>
              </a:spcAft>
              <a:buSzPts val="1400"/>
              <a:buFont typeface="Merriweather"/>
              <a:buNone/>
              <a:defRPr>
                <a:latin typeface="Merriweather"/>
                <a:ea typeface="Merriweather"/>
                <a:cs typeface="Merriweather"/>
                <a:sym typeface="Merriweather"/>
              </a:defRPr>
            </a:lvl8pPr>
            <a:lvl9pPr lvl="8" algn="l">
              <a:lnSpc>
                <a:spcPct val="100000"/>
              </a:lnSpc>
              <a:spcBef>
                <a:spcPts val="0"/>
              </a:spcBef>
              <a:spcAft>
                <a:spcPts val="0"/>
              </a:spcAft>
              <a:buSzPts val="1400"/>
              <a:buFont typeface="Merriweather"/>
              <a:buNone/>
              <a:defRPr>
                <a:latin typeface="Merriweather"/>
                <a:ea typeface="Merriweather"/>
                <a:cs typeface="Merriweather"/>
                <a:sym typeface="Merriweather"/>
              </a:defRPr>
            </a:lvl9pPr>
          </a:lstStyle>
          <a:p/>
        </p:txBody>
      </p:sp>
      <p:grpSp>
        <p:nvGrpSpPr>
          <p:cNvPr id="231" name="Google Shape;231;p17"/>
          <p:cNvGrpSpPr/>
          <p:nvPr/>
        </p:nvGrpSpPr>
        <p:grpSpPr>
          <a:xfrm>
            <a:off x="545821" y="331138"/>
            <a:ext cx="1150968" cy="602929"/>
            <a:chOff x="7055900" y="279450"/>
            <a:chExt cx="1820576" cy="953700"/>
          </a:xfrm>
        </p:grpSpPr>
        <p:sp>
          <p:nvSpPr>
            <p:cNvPr id="232" name="Google Shape;232;p17"/>
            <p:cNvSpPr/>
            <p:nvPr/>
          </p:nvSpPr>
          <p:spPr>
            <a:xfrm>
              <a:off x="7055900" y="279450"/>
              <a:ext cx="953700" cy="953700"/>
            </a:xfrm>
            <a:prstGeom prst="ellipse">
              <a:avLst/>
            </a:pr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17"/>
            <p:cNvSpPr/>
            <p:nvPr/>
          </p:nvSpPr>
          <p:spPr>
            <a:xfrm>
              <a:off x="7272619" y="279450"/>
              <a:ext cx="953700" cy="953700"/>
            </a:xfrm>
            <a:prstGeom prst="ellipse">
              <a:avLst/>
            </a:pr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17"/>
            <p:cNvSpPr/>
            <p:nvPr/>
          </p:nvSpPr>
          <p:spPr>
            <a:xfrm>
              <a:off x="7489338" y="279450"/>
              <a:ext cx="953700" cy="953700"/>
            </a:xfrm>
            <a:prstGeom prst="ellipse">
              <a:avLst/>
            </a:pr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17"/>
            <p:cNvSpPr/>
            <p:nvPr/>
          </p:nvSpPr>
          <p:spPr>
            <a:xfrm>
              <a:off x="7706057" y="279450"/>
              <a:ext cx="953700" cy="953700"/>
            </a:xfrm>
            <a:prstGeom prst="ellipse">
              <a:avLst/>
            </a:pr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17"/>
            <p:cNvSpPr/>
            <p:nvPr/>
          </p:nvSpPr>
          <p:spPr>
            <a:xfrm>
              <a:off x="7922776" y="279450"/>
              <a:ext cx="953700" cy="953700"/>
            </a:xfrm>
            <a:prstGeom prst="ellipse">
              <a:avLst/>
            </a:pr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7" name="Google Shape;237;p17"/>
          <p:cNvSpPr/>
          <p:nvPr/>
        </p:nvSpPr>
        <p:spPr>
          <a:xfrm>
            <a:off x="7275514" y="166388"/>
            <a:ext cx="337500" cy="329100"/>
          </a:xfrm>
          <a:prstGeom prst="star4">
            <a:avLst>
              <a:gd fmla="val 12500"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6_1">
    <p:spTree>
      <p:nvGrpSpPr>
        <p:cNvPr id="238" name="Shape 238"/>
        <p:cNvGrpSpPr/>
        <p:nvPr/>
      </p:nvGrpSpPr>
      <p:grpSpPr>
        <a:xfrm>
          <a:off x="0" y="0"/>
          <a:ext cx="0" cy="0"/>
          <a:chOff x="0" y="0"/>
          <a:chExt cx="0" cy="0"/>
        </a:xfrm>
      </p:grpSpPr>
      <p:grpSp>
        <p:nvGrpSpPr>
          <p:cNvPr id="239" name="Google Shape;239;p18"/>
          <p:cNvGrpSpPr/>
          <p:nvPr/>
        </p:nvGrpSpPr>
        <p:grpSpPr>
          <a:xfrm>
            <a:off x="-151025" y="-87459"/>
            <a:ext cx="9443950" cy="5336943"/>
            <a:chOff x="1366600" y="892542"/>
            <a:chExt cx="757200" cy="649200"/>
          </a:xfrm>
        </p:grpSpPr>
        <p:grpSp>
          <p:nvGrpSpPr>
            <p:cNvPr id="240" name="Google Shape;240;p18"/>
            <p:cNvGrpSpPr/>
            <p:nvPr/>
          </p:nvGrpSpPr>
          <p:grpSpPr>
            <a:xfrm>
              <a:off x="1366600" y="892542"/>
              <a:ext cx="757199" cy="649200"/>
              <a:chOff x="1366600" y="892542"/>
              <a:chExt cx="757199" cy="649200"/>
            </a:xfrm>
          </p:grpSpPr>
          <p:cxnSp>
            <p:nvCxnSpPr>
              <p:cNvPr id="241" name="Google Shape;241;p18"/>
              <p:cNvCxnSpPr/>
              <p:nvPr/>
            </p:nvCxnSpPr>
            <p:spPr>
              <a:xfrm>
                <a:off x="1366600" y="892542"/>
                <a:ext cx="0" cy="649200"/>
              </a:xfrm>
              <a:prstGeom prst="straightConnector1">
                <a:avLst/>
              </a:prstGeom>
              <a:noFill/>
              <a:ln cap="flat" cmpd="sng" w="9525">
                <a:solidFill>
                  <a:schemeClr val="dk2"/>
                </a:solidFill>
                <a:prstDash val="solid"/>
                <a:round/>
                <a:headEnd len="sm" w="sm" type="none"/>
                <a:tailEnd len="sm" w="sm" type="none"/>
              </a:ln>
            </p:spPr>
          </p:cxnSp>
          <p:cxnSp>
            <p:nvCxnSpPr>
              <p:cNvPr id="242" name="Google Shape;242;p18"/>
              <p:cNvCxnSpPr/>
              <p:nvPr/>
            </p:nvCxnSpPr>
            <p:spPr>
              <a:xfrm>
                <a:off x="1555900" y="892542"/>
                <a:ext cx="0" cy="649200"/>
              </a:xfrm>
              <a:prstGeom prst="straightConnector1">
                <a:avLst/>
              </a:prstGeom>
              <a:noFill/>
              <a:ln cap="flat" cmpd="sng" w="9525">
                <a:solidFill>
                  <a:schemeClr val="dk2"/>
                </a:solidFill>
                <a:prstDash val="solid"/>
                <a:round/>
                <a:headEnd len="sm" w="sm" type="none"/>
                <a:tailEnd len="sm" w="sm" type="none"/>
              </a:ln>
            </p:spPr>
          </p:cxnSp>
          <p:cxnSp>
            <p:nvCxnSpPr>
              <p:cNvPr id="243" name="Google Shape;243;p18"/>
              <p:cNvCxnSpPr/>
              <p:nvPr/>
            </p:nvCxnSpPr>
            <p:spPr>
              <a:xfrm>
                <a:off x="1745200" y="892542"/>
                <a:ext cx="0" cy="649200"/>
              </a:xfrm>
              <a:prstGeom prst="straightConnector1">
                <a:avLst/>
              </a:prstGeom>
              <a:noFill/>
              <a:ln cap="flat" cmpd="sng" w="9525">
                <a:solidFill>
                  <a:schemeClr val="dk2"/>
                </a:solidFill>
                <a:prstDash val="solid"/>
                <a:round/>
                <a:headEnd len="sm" w="sm" type="none"/>
                <a:tailEnd len="sm" w="sm" type="none"/>
              </a:ln>
            </p:spPr>
          </p:cxnSp>
          <p:cxnSp>
            <p:nvCxnSpPr>
              <p:cNvPr id="244" name="Google Shape;244;p18"/>
              <p:cNvCxnSpPr/>
              <p:nvPr/>
            </p:nvCxnSpPr>
            <p:spPr>
              <a:xfrm>
                <a:off x="1934499" y="892542"/>
                <a:ext cx="0" cy="649200"/>
              </a:xfrm>
              <a:prstGeom prst="straightConnector1">
                <a:avLst/>
              </a:prstGeom>
              <a:noFill/>
              <a:ln cap="flat" cmpd="sng" w="9525">
                <a:solidFill>
                  <a:schemeClr val="dk2"/>
                </a:solidFill>
                <a:prstDash val="solid"/>
                <a:round/>
                <a:headEnd len="sm" w="sm" type="none"/>
                <a:tailEnd len="sm" w="sm" type="none"/>
              </a:ln>
            </p:spPr>
          </p:cxnSp>
          <p:cxnSp>
            <p:nvCxnSpPr>
              <p:cNvPr id="245" name="Google Shape;245;p18"/>
              <p:cNvCxnSpPr/>
              <p:nvPr/>
            </p:nvCxnSpPr>
            <p:spPr>
              <a:xfrm>
                <a:off x="2123799" y="892542"/>
                <a:ext cx="0" cy="649200"/>
              </a:xfrm>
              <a:prstGeom prst="straightConnector1">
                <a:avLst/>
              </a:prstGeom>
              <a:noFill/>
              <a:ln cap="flat" cmpd="sng" w="9525">
                <a:solidFill>
                  <a:schemeClr val="dk2"/>
                </a:solidFill>
                <a:prstDash val="solid"/>
                <a:round/>
                <a:headEnd len="sm" w="sm" type="none"/>
                <a:tailEnd len="sm" w="sm" type="none"/>
              </a:ln>
            </p:spPr>
          </p:cxnSp>
        </p:grpSp>
        <p:grpSp>
          <p:nvGrpSpPr>
            <p:cNvPr id="246" name="Google Shape;246;p18"/>
            <p:cNvGrpSpPr/>
            <p:nvPr/>
          </p:nvGrpSpPr>
          <p:grpSpPr>
            <a:xfrm>
              <a:off x="1366600" y="892542"/>
              <a:ext cx="757200" cy="645919"/>
              <a:chOff x="1366600" y="892542"/>
              <a:chExt cx="757200" cy="645919"/>
            </a:xfrm>
          </p:grpSpPr>
          <p:cxnSp>
            <p:nvCxnSpPr>
              <p:cNvPr id="247" name="Google Shape;247;p18"/>
              <p:cNvCxnSpPr/>
              <p:nvPr/>
            </p:nvCxnSpPr>
            <p:spPr>
              <a:xfrm>
                <a:off x="1366600" y="892542"/>
                <a:ext cx="757200" cy="0"/>
              </a:xfrm>
              <a:prstGeom prst="straightConnector1">
                <a:avLst/>
              </a:prstGeom>
              <a:noFill/>
              <a:ln cap="flat" cmpd="sng" w="9525">
                <a:solidFill>
                  <a:schemeClr val="dk2"/>
                </a:solidFill>
                <a:prstDash val="solid"/>
                <a:round/>
                <a:headEnd len="sm" w="sm" type="none"/>
                <a:tailEnd len="sm" w="sm" type="none"/>
              </a:ln>
            </p:spPr>
          </p:cxnSp>
          <p:cxnSp>
            <p:nvCxnSpPr>
              <p:cNvPr id="248" name="Google Shape;248;p18"/>
              <p:cNvCxnSpPr/>
              <p:nvPr/>
            </p:nvCxnSpPr>
            <p:spPr>
              <a:xfrm>
                <a:off x="1366600" y="1107849"/>
                <a:ext cx="757200" cy="0"/>
              </a:xfrm>
              <a:prstGeom prst="straightConnector1">
                <a:avLst/>
              </a:prstGeom>
              <a:noFill/>
              <a:ln cap="flat" cmpd="sng" w="9525">
                <a:solidFill>
                  <a:schemeClr val="dk2"/>
                </a:solidFill>
                <a:prstDash val="solid"/>
                <a:round/>
                <a:headEnd len="sm" w="sm" type="none"/>
                <a:tailEnd len="sm" w="sm" type="none"/>
              </a:ln>
            </p:spPr>
          </p:cxnSp>
          <p:cxnSp>
            <p:nvCxnSpPr>
              <p:cNvPr id="249" name="Google Shape;249;p18"/>
              <p:cNvCxnSpPr/>
              <p:nvPr/>
            </p:nvCxnSpPr>
            <p:spPr>
              <a:xfrm>
                <a:off x="1366600" y="1323155"/>
                <a:ext cx="757200" cy="0"/>
              </a:xfrm>
              <a:prstGeom prst="straightConnector1">
                <a:avLst/>
              </a:prstGeom>
              <a:noFill/>
              <a:ln cap="flat" cmpd="sng" w="9525">
                <a:solidFill>
                  <a:schemeClr val="dk2"/>
                </a:solidFill>
                <a:prstDash val="solid"/>
                <a:round/>
                <a:headEnd len="sm" w="sm" type="none"/>
                <a:tailEnd len="sm" w="sm" type="none"/>
              </a:ln>
            </p:spPr>
          </p:cxnSp>
          <p:cxnSp>
            <p:nvCxnSpPr>
              <p:cNvPr id="250" name="Google Shape;250;p18"/>
              <p:cNvCxnSpPr/>
              <p:nvPr/>
            </p:nvCxnSpPr>
            <p:spPr>
              <a:xfrm>
                <a:off x="1366600" y="1538461"/>
                <a:ext cx="757200" cy="0"/>
              </a:xfrm>
              <a:prstGeom prst="straightConnector1">
                <a:avLst/>
              </a:prstGeom>
              <a:noFill/>
              <a:ln cap="flat" cmpd="sng" w="9525">
                <a:solidFill>
                  <a:schemeClr val="dk2"/>
                </a:solidFill>
                <a:prstDash val="solid"/>
                <a:round/>
                <a:headEnd len="sm" w="sm" type="none"/>
                <a:tailEnd len="sm" w="sm" type="none"/>
              </a:ln>
            </p:spPr>
          </p:cxnSp>
        </p:grpSp>
      </p:grpSp>
      <p:grpSp>
        <p:nvGrpSpPr>
          <p:cNvPr id="251" name="Google Shape;251;p18"/>
          <p:cNvGrpSpPr/>
          <p:nvPr/>
        </p:nvGrpSpPr>
        <p:grpSpPr>
          <a:xfrm flipH="1" rot="-5400000">
            <a:off x="7774437" y="2192363"/>
            <a:ext cx="1764041" cy="758764"/>
            <a:chOff x="6659230" y="279450"/>
            <a:chExt cx="2217246" cy="953700"/>
          </a:xfrm>
        </p:grpSpPr>
        <p:sp>
          <p:nvSpPr>
            <p:cNvPr id="252" name="Google Shape;252;p18"/>
            <p:cNvSpPr/>
            <p:nvPr/>
          </p:nvSpPr>
          <p:spPr>
            <a:xfrm>
              <a:off x="6659230" y="279450"/>
              <a:ext cx="953700" cy="953700"/>
            </a:xfrm>
            <a:prstGeom prst="ellipse">
              <a:avLst/>
            </a:pr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18"/>
            <p:cNvSpPr/>
            <p:nvPr/>
          </p:nvSpPr>
          <p:spPr>
            <a:xfrm>
              <a:off x="6892279" y="279450"/>
              <a:ext cx="953700" cy="953700"/>
            </a:xfrm>
            <a:prstGeom prst="ellipse">
              <a:avLst/>
            </a:pr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18"/>
            <p:cNvSpPr/>
            <p:nvPr/>
          </p:nvSpPr>
          <p:spPr>
            <a:xfrm>
              <a:off x="7235778" y="279450"/>
              <a:ext cx="953700" cy="953700"/>
            </a:xfrm>
            <a:prstGeom prst="ellipse">
              <a:avLst/>
            </a:pr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18"/>
            <p:cNvSpPr/>
            <p:nvPr/>
          </p:nvSpPr>
          <p:spPr>
            <a:xfrm>
              <a:off x="7579277" y="279450"/>
              <a:ext cx="953700" cy="953700"/>
            </a:xfrm>
            <a:prstGeom prst="ellipse">
              <a:avLst/>
            </a:pr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18"/>
            <p:cNvSpPr/>
            <p:nvPr/>
          </p:nvSpPr>
          <p:spPr>
            <a:xfrm>
              <a:off x="7922776" y="279450"/>
              <a:ext cx="953700" cy="953700"/>
            </a:xfrm>
            <a:prstGeom prst="ellipse">
              <a:avLst/>
            </a:pr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57" name="Google Shape;257;p18"/>
          <p:cNvSpPr/>
          <p:nvPr/>
        </p:nvSpPr>
        <p:spPr>
          <a:xfrm flipH="1">
            <a:off x="259229" y="1477639"/>
            <a:ext cx="429900" cy="418200"/>
          </a:xfrm>
          <a:prstGeom prst="star4">
            <a:avLst>
              <a:gd fmla="val 12500"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18"/>
          <p:cNvSpPr/>
          <p:nvPr/>
        </p:nvSpPr>
        <p:spPr>
          <a:xfrm flipH="1">
            <a:off x="6813956" y="176164"/>
            <a:ext cx="246900" cy="240300"/>
          </a:xfrm>
          <a:prstGeom prst="star4">
            <a:avLst>
              <a:gd fmla="val 12500" name="adj"/>
            </a:avLst>
          </a:prstGeom>
          <a:solidFill>
            <a:schemeClr val="dk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6_2">
    <p:spTree>
      <p:nvGrpSpPr>
        <p:cNvPr id="259" name="Shape 259"/>
        <p:cNvGrpSpPr/>
        <p:nvPr/>
      </p:nvGrpSpPr>
      <p:grpSpPr>
        <a:xfrm>
          <a:off x="0" y="0"/>
          <a:ext cx="0" cy="0"/>
          <a:chOff x="0" y="0"/>
          <a:chExt cx="0" cy="0"/>
        </a:xfrm>
      </p:grpSpPr>
      <p:grpSp>
        <p:nvGrpSpPr>
          <p:cNvPr id="260" name="Google Shape;260;p19"/>
          <p:cNvGrpSpPr/>
          <p:nvPr/>
        </p:nvGrpSpPr>
        <p:grpSpPr>
          <a:xfrm>
            <a:off x="-35275" y="-31835"/>
            <a:ext cx="9214549" cy="5207170"/>
            <a:chOff x="-35275" y="-31835"/>
            <a:chExt cx="9214549" cy="5207170"/>
          </a:xfrm>
        </p:grpSpPr>
        <p:grpSp>
          <p:nvGrpSpPr>
            <p:cNvPr id="261" name="Google Shape;261;p19"/>
            <p:cNvGrpSpPr/>
            <p:nvPr/>
          </p:nvGrpSpPr>
          <p:grpSpPr>
            <a:xfrm>
              <a:off x="-35275" y="-31835"/>
              <a:ext cx="4607271" cy="2603603"/>
              <a:chOff x="987999" y="461925"/>
              <a:chExt cx="1514404" cy="1507151"/>
            </a:xfrm>
          </p:grpSpPr>
          <p:grpSp>
            <p:nvGrpSpPr>
              <p:cNvPr id="262" name="Google Shape;262;p19"/>
              <p:cNvGrpSpPr/>
              <p:nvPr/>
            </p:nvGrpSpPr>
            <p:grpSpPr>
              <a:xfrm>
                <a:off x="987999" y="461925"/>
                <a:ext cx="1514401" cy="1506302"/>
                <a:chOff x="987999" y="461925"/>
                <a:chExt cx="1514401" cy="1506302"/>
              </a:xfrm>
            </p:grpSpPr>
            <p:cxnSp>
              <p:nvCxnSpPr>
                <p:cNvPr id="263" name="Google Shape;263;p19"/>
                <p:cNvCxnSpPr/>
                <p:nvPr/>
              </p:nvCxnSpPr>
              <p:spPr>
                <a:xfrm>
                  <a:off x="9879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264" name="Google Shape;264;p19"/>
                <p:cNvCxnSpPr/>
                <p:nvPr/>
              </p:nvCxnSpPr>
              <p:spPr>
                <a:xfrm>
                  <a:off x="11772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265" name="Google Shape;265;p19"/>
                <p:cNvCxnSpPr/>
                <p:nvPr/>
              </p:nvCxnSpPr>
              <p:spPr>
                <a:xfrm>
                  <a:off x="13665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266" name="Google Shape;266;p19"/>
                <p:cNvCxnSpPr/>
                <p:nvPr/>
              </p:nvCxnSpPr>
              <p:spPr>
                <a:xfrm>
                  <a:off x="15558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267" name="Google Shape;267;p19"/>
                <p:cNvCxnSpPr/>
                <p:nvPr/>
              </p:nvCxnSpPr>
              <p:spPr>
                <a:xfrm>
                  <a:off x="17451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268" name="Google Shape;268;p19"/>
                <p:cNvCxnSpPr/>
                <p:nvPr/>
              </p:nvCxnSpPr>
              <p:spPr>
                <a:xfrm>
                  <a:off x="19344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269" name="Google Shape;269;p19"/>
                <p:cNvCxnSpPr/>
                <p:nvPr/>
              </p:nvCxnSpPr>
              <p:spPr>
                <a:xfrm>
                  <a:off x="21237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270" name="Google Shape;270;p19"/>
                <p:cNvCxnSpPr/>
                <p:nvPr/>
              </p:nvCxnSpPr>
              <p:spPr>
                <a:xfrm>
                  <a:off x="23130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271" name="Google Shape;271;p19"/>
                <p:cNvCxnSpPr/>
                <p:nvPr/>
              </p:nvCxnSpPr>
              <p:spPr>
                <a:xfrm>
                  <a:off x="2502400" y="461925"/>
                  <a:ext cx="0" cy="1506300"/>
                </a:xfrm>
                <a:prstGeom prst="straightConnector1">
                  <a:avLst/>
                </a:prstGeom>
                <a:noFill/>
                <a:ln cap="flat" cmpd="sng" w="9525">
                  <a:solidFill>
                    <a:schemeClr val="dk2"/>
                  </a:solidFill>
                  <a:prstDash val="solid"/>
                  <a:round/>
                  <a:headEnd len="sm" w="sm" type="none"/>
                  <a:tailEnd len="sm" w="sm" type="none"/>
                </a:ln>
              </p:spPr>
            </p:cxnSp>
          </p:grpSp>
          <p:grpSp>
            <p:nvGrpSpPr>
              <p:cNvPr id="272" name="Google Shape;272;p19"/>
              <p:cNvGrpSpPr/>
              <p:nvPr/>
            </p:nvGrpSpPr>
            <p:grpSpPr>
              <a:xfrm>
                <a:off x="987999" y="461927"/>
                <a:ext cx="1514404" cy="1507149"/>
                <a:chOff x="987999" y="461927"/>
                <a:chExt cx="1514404" cy="1507149"/>
              </a:xfrm>
            </p:grpSpPr>
            <p:cxnSp>
              <p:nvCxnSpPr>
                <p:cNvPr id="273" name="Google Shape;273;p19"/>
                <p:cNvCxnSpPr/>
                <p:nvPr/>
              </p:nvCxnSpPr>
              <p:spPr>
                <a:xfrm>
                  <a:off x="988003" y="461927"/>
                  <a:ext cx="1514400" cy="0"/>
                </a:xfrm>
                <a:prstGeom prst="straightConnector1">
                  <a:avLst/>
                </a:prstGeom>
                <a:noFill/>
                <a:ln cap="flat" cmpd="sng" w="9525">
                  <a:solidFill>
                    <a:schemeClr val="dk2"/>
                  </a:solidFill>
                  <a:prstDash val="solid"/>
                  <a:round/>
                  <a:headEnd len="sm" w="sm" type="none"/>
                  <a:tailEnd len="sm" w="sm" type="none"/>
                </a:ln>
              </p:spPr>
            </p:cxnSp>
            <p:cxnSp>
              <p:nvCxnSpPr>
                <p:cNvPr id="274" name="Google Shape;274;p19"/>
                <p:cNvCxnSpPr/>
                <p:nvPr/>
              </p:nvCxnSpPr>
              <p:spPr>
                <a:xfrm>
                  <a:off x="987999" y="677235"/>
                  <a:ext cx="1514400" cy="0"/>
                </a:xfrm>
                <a:prstGeom prst="straightConnector1">
                  <a:avLst/>
                </a:prstGeom>
                <a:noFill/>
                <a:ln cap="flat" cmpd="sng" w="9525">
                  <a:solidFill>
                    <a:schemeClr val="dk2"/>
                  </a:solidFill>
                  <a:prstDash val="solid"/>
                  <a:round/>
                  <a:headEnd len="sm" w="sm" type="none"/>
                  <a:tailEnd len="sm" w="sm" type="none"/>
                </a:ln>
              </p:spPr>
            </p:cxnSp>
            <p:cxnSp>
              <p:nvCxnSpPr>
                <p:cNvPr id="275" name="Google Shape;275;p19"/>
                <p:cNvCxnSpPr/>
                <p:nvPr/>
              </p:nvCxnSpPr>
              <p:spPr>
                <a:xfrm>
                  <a:off x="987999" y="892542"/>
                  <a:ext cx="1514400" cy="0"/>
                </a:xfrm>
                <a:prstGeom prst="straightConnector1">
                  <a:avLst/>
                </a:prstGeom>
                <a:noFill/>
                <a:ln cap="flat" cmpd="sng" w="9525">
                  <a:solidFill>
                    <a:schemeClr val="dk2"/>
                  </a:solidFill>
                  <a:prstDash val="solid"/>
                  <a:round/>
                  <a:headEnd len="sm" w="sm" type="none"/>
                  <a:tailEnd len="sm" w="sm" type="none"/>
                </a:ln>
              </p:spPr>
            </p:cxnSp>
            <p:cxnSp>
              <p:nvCxnSpPr>
                <p:cNvPr id="276" name="Google Shape;276;p19"/>
                <p:cNvCxnSpPr/>
                <p:nvPr/>
              </p:nvCxnSpPr>
              <p:spPr>
                <a:xfrm>
                  <a:off x="987999" y="1107848"/>
                  <a:ext cx="1514400" cy="0"/>
                </a:xfrm>
                <a:prstGeom prst="straightConnector1">
                  <a:avLst/>
                </a:prstGeom>
                <a:noFill/>
                <a:ln cap="flat" cmpd="sng" w="9525">
                  <a:solidFill>
                    <a:schemeClr val="dk2"/>
                  </a:solidFill>
                  <a:prstDash val="solid"/>
                  <a:round/>
                  <a:headEnd len="sm" w="sm" type="none"/>
                  <a:tailEnd len="sm" w="sm" type="none"/>
                </a:ln>
              </p:spPr>
            </p:cxnSp>
            <p:cxnSp>
              <p:nvCxnSpPr>
                <p:cNvPr id="277" name="Google Shape;277;p19"/>
                <p:cNvCxnSpPr/>
                <p:nvPr/>
              </p:nvCxnSpPr>
              <p:spPr>
                <a:xfrm>
                  <a:off x="987999" y="1323155"/>
                  <a:ext cx="1514400" cy="0"/>
                </a:xfrm>
                <a:prstGeom prst="straightConnector1">
                  <a:avLst/>
                </a:prstGeom>
                <a:noFill/>
                <a:ln cap="flat" cmpd="sng" w="9525">
                  <a:solidFill>
                    <a:schemeClr val="dk2"/>
                  </a:solidFill>
                  <a:prstDash val="solid"/>
                  <a:round/>
                  <a:headEnd len="sm" w="sm" type="none"/>
                  <a:tailEnd len="sm" w="sm" type="none"/>
                </a:ln>
              </p:spPr>
            </p:cxnSp>
            <p:cxnSp>
              <p:nvCxnSpPr>
                <p:cNvPr id="278" name="Google Shape;278;p19"/>
                <p:cNvCxnSpPr/>
                <p:nvPr/>
              </p:nvCxnSpPr>
              <p:spPr>
                <a:xfrm>
                  <a:off x="987999" y="1538461"/>
                  <a:ext cx="1514400" cy="0"/>
                </a:xfrm>
                <a:prstGeom prst="straightConnector1">
                  <a:avLst/>
                </a:prstGeom>
                <a:noFill/>
                <a:ln cap="flat" cmpd="sng" w="9525">
                  <a:solidFill>
                    <a:schemeClr val="dk2"/>
                  </a:solidFill>
                  <a:prstDash val="solid"/>
                  <a:round/>
                  <a:headEnd len="sm" w="sm" type="none"/>
                  <a:tailEnd len="sm" w="sm" type="none"/>
                </a:ln>
              </p:spPr>
            </p:cxnSp>
            <p:cxnSp>
              <p:nvCxnSpPr>
                <p:cNvPr id="279" name="Google Shape;279;p19"/>
                <p:cNvCxnSpPr/>
                <p:nvPr/>
              </p:nvCxnSpPr>
              <p:spPr>
                <a:xfrm>
                  <a:off x="987999" y="1753768"/>
                  <a:ext cx="1514400" cy="0"/>
                </a:xfrm>
                <a:prstGeom prst="straightConnector1">
                  <a:avLst/>
                </a:prstGeom>
                <a:noFill/>
                <a:ln cap="flat" cmpd="sng" w="9525">
                  <a:solidFill>
                    <a:schemeClr val="dk2"/>
                  </a:solidFill>
                  <a:prstDash val="solid"/>
                  <a:round/>
                  <a:headEnd len="sm" w="sm" type="none"/>
                  <a:tailEnd len="sm" w="sm" type="none"/>
                </a:ln>
              </p:spPr>
            </p:cxnSp>
            <p:cxnSp>
              <p:nvCxnSpPr>
                <p:cNvPr id="280" name="Google Shape;280;p19"/>
                <p:cNvCxnSpPr/>
                <p:nvPr/>
              </p:nvCxnSpPr>
              <p:spPr>
                <a:xfrm>
                  <a:off x="988003" y="1969076"/>
                  <a:ext cx="1514400" cy="0"/>
                </a:xfrm>
                <a:prstGeom prst="straightConnector1">
                  <a:avLst/>
                </a:prstGeom>
                <a:noFill/>
                <a:ln cap="flat" cmpd="sng" w="9525">
                  <a:solidFill>
                    <a:schemeClr val="dk2"/>
                  </a:solidFill>
                  <a:prstDash val="solid"/>
                  <a:round/>
                  <a:headEnd len="sm" w="sm" type="none"/>
                  <a:tailEnd len="sm" w="sm" type="none"/>
                </a:ln>
              </p:spPr>
            </p:cxnSp>
          </p:grpSp>
        </p:grpSp>
        <p:grpSp>
          <p:nvGrpSpPr>
            <p:cNvPr id="281" name="Google Shape;281;p19"/>
            <p:cNvGrpSpPr/>
            <p:nvPr/>
          </p:nvGrpSpPr>
          <p:grpSpPr>
            <a:xfrm>
              <a:off x="4572003" y="-31835"/>
              <a:ext cx="4607271" cy="2603603"/>
              <a:chOff x="987999" y="461925"/>
              <a:chExt cx="1514404" cy="1507151"/>
            </a:xfrm>
          </p:grpSpPr>
          <p:grpSp>
            <p:nvGrpSpPr>
              <p:cNvPr id="282" name="Google Shape;282;p19"/>
              <p:cNvGrpSpPr/>
              <p:nvPr/>
            </p:nvGrpSpPr>
            <p:grpSpPr>
              <a:xfrm>
                <a:off x="987999" y="461925"/>
                <a:ext cx="1514401" cy="1506302"/>
                <a:chOff x="987999" y="461925"/>
                <a:chExt cx="1514401" cy="1506302"/>
              </a:xfrm>
            </p:grpSpPr>
            <p:cxnSp>
              <p:nvCxnSpPr>
                <p:cNvPr id="283" name="Google Shape;283;p19"/>
                <p:cNvCxnSpPr/>
                <p:nvPr/>
              </p:nvCxnSpPr>
              <p:spPr>
                <a:xfrm>
                  <a:off x="9879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284" name="Google Shape;284;p19"/>
                <p:cNvCxnSpPr/>
                <p:nvPr/>
              </p:nvCxnSpPr>
              <p:spPr>
                <a:xfrm>
                  <a:off x="11772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285" name="Google Shape;285;p19"/>
                <p:cNvCxnSpPr/>
                <p:nvPr/>
              </p:nvCxnSpPr>
              <p:spPr>
                <a:xfrm>
                  <a:off x="13665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286" name="Google Shape;286;p19"/>
                <p:cNvCxnSpPr/>
                <p:nvPr/>
              </p:nvCxnSpPr>
              <p:spPr>
                <a:xfrm>
                  <a:off x="15558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287" name="Google Shape;287;p19"/>
                <p:cNvCxnSpPr/>
                <p:nvPr/>
              </p:nvCxnSpPr>
              <p:spPr>
                <a:xfrm>
                  <a:off x="17451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288" name="Google Shape;288;p19"/>
                <p:cNvCxnSpPr/>
                <p:nvPr/>
              </p:nvCxnSpPr>
              <p:spPr>
                <a:xfrm>
                  <a:off x="19344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289" name="Google Shape;289;p19"/>
                <p:cNvCxnSpPr/>
                <p:nvPr/>
              </p:nvCxnSpPr>
              <p:spPr>
                <a:xfrm>
                  <a:off x="21237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290" name="Google Shape;290;p19"/>
                <p:cNvCxnSpPr/>
                <p:nvPr/>
              </p:nvCxnSpPr>
              <p:spPr>
                <a:xfrm>
                  <a:off x="23130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291" name="Google Shape;291;p19"/>
                <p:cNvCxnSpPr/>
                <p:nvPr/>
              </p:nvCxnSpPr>
              <p:spPr>
                <a:xfrm>
                  <a:off x="2502400" y="461925"/>
                  <a:ext cx="0" cy="1506300"/>
                </a:xfrm>
                <a:prstGeom prst="straightConnector1">
                  <a:avLst/>
                </a:prstGeom>
                <a:noFill/>
                <a:ln cap="flat" cmpd="sng" w="9525">
                  <a:solidFill>
                    <a:schemeClr val="dk2"/>
                  </a:solidFill>
                  <a:prstDash val="solid"/>
                  <a:round/>
                  <a:headEnd len="sm" w="sm" type="none"/>
                  <a:tailEnd len="sm" w="sm" type="none"/>
                </a:ln>
              </p:spPr>
            </p:cxnSp>
          </p:grpSp>
          <p:grpSp>
            <p:nvGrpSpPr>
              <p:cNvPr id="292" name="Google Shape;292;p19"/>
              <p:cNvGrpSpPr/>
              <p:nvPr/>
            </p:nvGrpSpPr>
            <p:grpSpPr>
              <a:xfrm>
                <a:off x="987999" y="461927"/>
                <a:ext cx="1514404" cy="1507149"/>
                <a:chOff x="987999" y="461927"/>
                <a:chExt cx="1514404" cy="1507149"/>
              </a:xfrm>
            </p:grpSpPr>
            <p:cxnSp>
              <p:nvCxnSpPr>
                <p:cNvPr id="293" name="Google Shape;293;p19"/>
                <p:cNvCxnSpPr/>
                <p:nvPr/>
              </p:nvCxnSpPr>
              <p:spPr>
                <a:xfrm>
                  <a:off x="988003" y="461927"/>
                  <a:ext cx="1514400" cy="0"/>
                </a:xfrm>
                <a:prstGeom prst="straightConnector1">
                  <a:avLst/>
                </a:prstGeom>
                <a:noFill/>
                <a:ln cap="flat" cmpd="sng" w="9525">
                  <a:solidFill>
                    <a:schemeClr val="dk2"/>
                  </a:solidFill>
                  <a:prstDash val="solid"/>
                  <a:round/>
                  <a:headEnd len="sm" w="sm" type="none"/>
                  <a:tailEnd len="sm" w="sm" type="none"/>
                </a:ln>
              </p:spPr>
            </p:cxnSp>
            <p:cxnSp>
              <p:nvCxnSpPr>
                <p:cNvPr id="294" name="Google Shape;294;p19"/>
                <p:cNvCxnSpPr/>
                <p:nvPr/>
              </p:nvCxnSpPr>
              <p:spPr>
                <a:xfrm>
                  <a:off x="987999" y="677235"/>
                  <a:ext cx="1514400" cy="0"/>
                </a:xfrm>
                <a:prstGeom prst="straightConnector1">
                  <a:avLst/>
                </a:prstGeom>
                <a:noFill/>
                <a:ln cap="flat" cmpd="sng" w="9525">
                  <a:solidFill>
                    <a:schemeClr val="dk2"/>
                  </a:solidFill>
                  <a:prstDash val="solid"/>
                  <a:round/>
                  <a:headEnd len="sm" w="sm" type="none"/>
                  <a:tailEnd len="sm" w="sm" type="none"/>
                </a:ln>
              </p:spPr>
            </p:cxnSp>
            <p:cxnSp>
              <p:nvCxnSpPr>
                <p:cNvPr id="295" name="Google Shape;295;p19"/>
                <p:cNvCxnSpPr/>
                <p:nvPr/>
              </p:nvCxnSpPr>
              <p:spPr>
                <a:xfrm>
                  <a:off x="987999" y="892542"/>
                  <a:ext cx="1514400" cy="0"/>
                </a:xfrm>
                <a:prstGeom prst="straightConnector1">
                  <a:avLst/>
                </a:prstGeom>
                <a:noFill/>
                <a:ln cap="flat" cmpd="sng" w="9525">
                  <a:solidFill>
                    <a:schemeClr val="dk2"/>
                  </a:solidFill>
                  <a:prstDash val="solid"/>
                  <a:round/>
                  <a:headEnd len="sm" w="sm" type="none"/>
                  <a:tailEnd len="sm" w="sm" type="none"/>
                </a:ln>
              </p:spPr>
            </p:cxnSp>
            <p:cxnSp>
              <p:nvCxnSpPr>
                <p:cNvPr id="296" name="Google Shape;296;p19"/>
                <p:cNvCxnSpPr/>
                <p:nvPr/>
              </p:nvCxnSpPr>
              <p:spPr>
                <a:xfrm>
                  <a:off x="987999" y="1107848"/>
                  <a:ext cx="1514400" cy="0"/>
                </a:xfrm>
                <a:prstGeom prst="straightConnector1">
                  <a:avLst/>
                </a:prstGeom>
                <a:noFill/>
                <a:ln cap="flat" cmpd="sng" w="9525">
                  <a:solidFill>
                    <a:schemeClr val="dk2"/>
                  </a:solidFill>
                  <a:prstDash val="solid"/>
                  <a:round/>
                  <a:headEnd len="sm" w="sm" type="none"/>
                  <a:tailEnd len="sm" w="sm" type="none"/>
                </a:ln>
              </p:spPr>
            </p:cxnSp>
            <p:cxnSp>
              <p:nvCxnSpPr>
                <p:cNvPr id="297" name="Google Shape;297;p19"/>
                <p:cNvCxnSpPr/>
                <p:nvPr/>
              </p:nvCxnSpPr>
              <p:spPr>
                <a:xfrm>
                  <a:off x="987999" y="1323155"/>
                  <a:ext cx="1514400" cy="0"/>
                </a:xfrm>
                <a:prstGeom prst="straightConnector1">
                  <a:avLst/>
                </a:prstGeom>
                <a:noFill/>
                <a:ln cap="flat" cmpd="sng" w="9525">
                  <a:solidFill>
                    <a:schemeClr val="dk2"/>
                  </a:solidFill>
                  <a:prstDash val="solid"/>
                  <a:round/>
                  <a:headEnd len="sm" w="sm" type="none"/>
                  <a:tailEnd len="sm" w="sm" type="none"/>
                </a:ln>
              </p:spPr>
            </p:cxnSp>
            <p:cxnSp>
              <p:nvCxnSpPr>
                <p:cNvPr id="298" name="Google Shape;298;p19"/>
                <p:cNvCxnSpPr/>
                <p:nvPr/>
              </p:nvCxnSpPr>
              <p:spPr>
                <a:xfrm>
                  <a:off x="987999" y="1538461"/>
                  <a:ext cx="1514400" cy="0"/>
                </a:xfrm>
                <a:prstGeom prst="straightConnector1">
                  <a:avLst/>
                </a:prstGeom>
                <a:noFill/>
                <a:ln cap="flat" cmpd="sng" w="9525">
                  <a:solidFill>
                    <a:schemeClr val="dk2"/>
                  </a:solidFill>
                  <a:prstDash val="solid"/>
                  <a:round/>
                  <a:headEnd len="sm" w="sm" type="none"/>
                  <a:tailEnd len="sm" w="sm" type="none"/>
                </a:ln>
              </p:spPr>
            </p:cxnSp>
            <p:cxnSp>
              <p:nvCxnSpPr>
                <p:cNvPr id="299" name="Google Shape;299;p19"/>
                <p:cNvCxnSpPr/>
                <p:nvPr/>
              </p:nvCxnSpPr>
              <p:spPr>
                <a:xfrm>
                  <a:off x="987999" y="1753768"/>
                  <a:ext cx="1514400" cy="0"/>
                </a:xfrm>
                <a:prstGeom prst="straightConnector1">
                  <a:avLst/>
                </a:prstGeom>
                <a:noFill/>
                <a:ln cap="flat" cmpd="sng" w="9525">
                  <a:solidFill>
                    <a:schemeClr val="dk2"/>
                  </a:solidFill>
                  <a:prstDash val="solid"/>
                  <a:round/>
                  <a:headEnd len="sm" w="sm" type="none"/>
                  <a:tailEnd len="sm" w="sm" type="none"/>
                </a:ln>
              </p:spPr>
            </p:cxnSp>
            <p:cxnSp>
              <p:nvCxnSpPr>
                <p:cNvPr id="300" name="Google Shape;300;p19"/>
                <p:cNvCxnSpPr/>
                <p:nvPr/>
              </p:nvCxnSpPr>
              <p:spPr>
                <a:xfrm>
                  <a:off x="988003" y="1969076"/>
                  <a:ext cx="1514400" cy="0"/>
                </a:xfrm>
                <a:prstGeom prst="straightConnector1">
                  <a:avLst/>
                </a:prstGeom>
                <a:noFill/>
                <a:ln cap="flat" cmpd="sng" w="9525">
                  <a:solidFill>
                    <a:schemeClr val="dk2"/>
                  </a:solidFill>
                  <a:prstDash val="solid"/>
                  <a:round/>
                  <a:headEnd len="sm" w="sm" type="none"/>
                  <a:tailEnd len="sm" w="sm" type="none"/>
                </a:ln>
              </p:spPr>
            </p:cxnSp>
          </p:grpSp>
        </p:grpSp>
        <p:grpSp>
          <p:nvGrpSpPr>
            <p:cNvPr id="301" name="Google Shape;301;p19"/>
            <p:cNvGrpSpPr/>
            <p:nvPr/>
          </p:nvGrpSpPr>
          <p:grpSpPr>
            <a:xfrm>
              <a:off x="-35275" y="2571732"/>
              <a:ext cx="4607271" cy="2603603"/>
              <a:chOff x="987999" y="461925"/>
              <a:chExt cx="1514404" cy="1507151"/>
            </a:xfrm>
          </p:grpSpPr>
          <p:grpSp>
            <p:nvGrpSpPr>
              <p:cNvPr id="302" name="Google Shape;302;p19"/>
              <p:cNvGrpSpPr/>
              <p:nvPr/>
            </p:nvGrpSpPr>
            <p:grpSpPr>
              <a:xfrm>
                <a:off x="987999" y="461925"/>
                <a:ext cx="1514401" cy="1506302"/>
                <a:chOff x="987999" y="461925"/>
                <a:chExt cx="1514401" cy="1506302"/>
              </a:xfrm>
            </p:grpSpPr>
            <p:cxnSp>
              <p:nvCxnSpPr>
                <p:cNvPr id="303" name="Google Shape;303;p19"/>
                <p:cNvCxnSpPr/>
                <p:nvPr/>
              </p:nvCxnSpPr>
              <p:spPr>
                <a:xfrm>
                  <a:off x="9879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304" name="Google Shape;304;p19"/>
                <p:cNvCxnSpPr/>
                <p:nvPr/>
              </p:nvCxnSpPr>
              <p:spPr>
                <a:xfrm>
                  <a:off x="11772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305" name="Google Shape;305;p19"/>
                <p:cNvCxnSpPr/>
                <p:nvPr/>
              </p:nvCxnSpPr>
              <p:spPr>
                <a:xfrm>
                  <a:off x="13665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306" name="Google Shape;306;p19"/>
                <p:cNvCxnSpPr/>
                <p:nvPr/>
              </p:nvCxnSpPr>
              <p:spPr>
                <a:xfrm>
                  <a:off x="15558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307" name="Google Shape;307;p19"/>
                <p:cNvCxnSpPr/>
                <p:nvPr/>
              </p:nvCxnSpPr>
              <p:spPr>
                <a:xfrm>
                  <a:off x="17451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308" name="Google Shape;308;p19"/>
                <p:cNvCxnSpPr/>
                <p:nvPr/>
              </p:nvCxnSpPr>
              <p:spPr>
                <a:xfrm>
                  <a:off x="19344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309" name="Google Shape;309;p19"/>
                <p:cNvCxnSpPr/>
                <p:nvPr/>
              </p:nvCxnSpPr>
              <p:spPr>
                <a:xfrm>
                  <a:off x="21237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310" name="Google Shape;310;p19"/>
                <p:cNvCxnSpPr/>
                <p:nvPr/>
              </p:nvCxnSpPr>
              <p:spPr>
                <a:xfrm>
                  <a:off x="23130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311" name="Google Shape;311;p19"/>
                <p:cNvCxnSpPr/>
                <p:nvPr/>
              </p:nvCxnSpPr>
              <p:spPr>
                <a:xfrm>
                  <a:off x="2502400" y="461925"/>
                  <a:ext cx="0" cy="1506300"/>
                </a:xfrm>
                <a:prstGeom prst="straightConnector1">
                  <a:avLst/>
                </a:prstGeom>
                <a:noFill/>
                <a:ln cap="flat" cmpd="sng" w="9525">
                  <a:solidFill>
                    <a:schemeClr val="dk2"/>
                  </a:solidFill>
                  <a:prstDash val="solid"/>
                  <a:round/>
                  <a:headEnd len="sm" w="sm" type="none"/>
                  <a:tailEnd len="sm" w="sm" type="none"/>
                </a:ln>
              </p:spPr>
            </p:cxnSp>
          </p:grpSp>
          <p:grpSp>
            <p:nvGrpSpPr>
              <p:cNvPr id="312" name="Google Shape;312;p19"/>
              <p:cNvGrpSpPr/>
              <p:nvPr/>
            </p:nvGrpSpPr>
            <p:grpSpPr>
              <a:xfrm>
                <a:off x="987999" y="461927"/>
                <a:ext cx="1514404" cy="1507149"/>
                <a:chOff x="987999" y="461927"/>
                <a:chExt cx="1514404" cy="1507149"/>
              </a:xfrm>
            </p:grpSpPr>
            <p:cxnSp>
              <p:nvCxnSpPr>
                <p:cNvPr id="313" name="Google Shape;313;p19"/>
                <p:cNvCxnSpPr/>
                <p:nvPr/>
              </p:nvCxnSpPr>
              <p:spPr>
                <a:xfrm>
                  <a:off x="988003" y="461927"/>
                  <a:ext cx="1514400" cy="0"/>
                </a:xfrm>
                <a:prstGeom prst="straightConnector1">
                  <a:avLst/>
                </a:prstGeom>
                <a:noFill/>
                <a:ln cap="flat" cmpd="sng" w="9525">
                  <a:solidFill>
                    <a:schemeClr val="dk2"/>
                  </a:solidFill>
                  <a:prstDash val="solid"/>
                  <a:round/>
                  <a:headEnd len="sm" w="sm" type="none"/>
                  <a:tailEnd len="sm" w="sm" type="none"/>
                </a:ln>
              </p:spPr>
            </p:cxnSp>
            <p:cxnSp>
              <p:nvCxnSpPr>
                <p:cNvPr id="314" name="Google Shape;314;p19"/>
                <p:cNvCxnSpPr/>
                <p:nvPr/>
              </p:nvCxnSpPr>
              <p:spPr>
                <a:xfrm>
                  <a:off x="987999" y="677235"/>
                  <a:ext cx="1514400" cy="0"/>
                </a:xfrm>
                <a:prstGeom prst="straightConnector1">
                  <a:avLst/>
                </a:prstGeom>
                <a:noFill/>
                <a:ln cap="flat" cmpd="sng" w="9525">
                  <a:solidFill>
                    <a:schemeClr val="dk2"/>
                  </a:solidFill>
                  <a:prstDash val="solid"/>
                  <a:round/>
                  <a:headEnd len="sm" w="sm" type="none"/>
                  <a:tailEnd len="sm" w="sm" type="none"/>
                </a:ln>
              </p:spPr>
            </p:cxnSp>
            <p:cxnSp>
              <p:nvCxnSpPr>
                <p:cNvPr id="315" name="Google Shape;315;p19"/>
                <p:cNvCxnSpPr/>
                <p:nvPr/>
              </p:nvCxnSpPr>
              <p:spPr>
                <a:xfrm>
                  <a:off x="987999" y="892542"/>
                  <a:ext cx="1514400" cy="0"/>
                </a:xfrm>
                <a:prstGeom prst="straightConnector1">
                  <a:avLst/>
                </a:prstGeom>
                <a:noFill/>
                <a:ln cap="flat" cmpd="sng" w="9525">
                  <a:solidFill>
                    <a:schemeClr val="dk2"/>
                  </a:solidFill>
                  <a:prstDash val="solid"/>
                  <a:round/>
                  <a:headEnd len="sm" w="sm" type="none"/>
                  <a:tailEnd len="sm" w="sm" type="none"/>
                </a:ln>
              </p:spPr>
            </p:cxnSp>
            <p:cxnSp>
              <p:nvCxnSpPr>
                <p:cNvPr id="316" name="Google Shape;316;p19"/>
                <p:cNvCxnSpPr/>
                <p:nvPr/>
              </p:nvCxnSpPr>
              <p:spPr>
                <a:xfrm>
                  <a:off x="987999" y="1107848"/>
                  <a:ext cx="1514400" cy="0"/>
                </a:xfrm>
                <a:prstGeom prst="straightConnector1">
                  <a:avLst/>
                </a:prstGeom>
                <a:noFill/>
                <a:ln cap="flat" cmpd="sng" w="9525">
                  <a:solidFill>
                    <a:schemeClr val="dk2"/>
                  </a:solidFill>
                  <a:prstDash val="solid"/>
                  <a:round/>
                  <a:headEnd len="sm" w="sm" type="none"/>
                  <a:tailEnd len="sm" w="sm" type="none"/>
                </a:ln>
              </p:spPr>
            </p:cxnSp>
            <p:cxnSp>
              <p:nvCxnSpPr>
                <p:cNvPr id="317" name="Google Shape;317;p19"/>
                <p:cNvCxnSpPr/>
                <p:nvPr/>
              </p:nvCxnSpPr>
              <p:spPr>
                <a:xfrm>
                  <a:off x="987999" y="1323155"/>
                  <a:ext cx="1514400" cy="0"/>
                </a:xfrm>
                <a:prstGeom prst="straightConnector1">
                  <a:avLst/>
                </a:prstGeom>
                <a:noFill/>
                <a:ln cap="flat" cmpd="sng" w="9525">
                  <a:solidFill>
                    <a:schemeClr val="dk2"/>
                  </a:solidFill>
                  <a:prstDash val="solid"/>
                  <a:round/>
                  <a:headEnd len="sm" w="sm" type="none"/>
                  <a:tailEnd len="sm" w="sm" type="none"/>
                </a:ln>
              </p:spPr>
            </p:cxnSp>
            <p:cxnSp>
              <p:nvCxnSpPr>
                <p:cNvPr id="318" name="Google Shape;318;p19"/>
                <p:cNvCxnSpPr/>
                <p:nvPr/>
              </p:nvCxnSpPr>
              <p:spPr>
                <a:xfrm>
                  <a:off x="987999" y="1538461"/>
                  <a:ext cx="1514400" cy="0"/>
                </a:xfrm>
                <a:prstGeom prst="straightConnector1">
                  <a:avLst/>
                </a:prstGeom>
                <a:noFill/>
                <a:ln cap="flat" cmpd="sng" w="9525">
                  <a:solidFill>
                    <a:schemeClr val="dk2"/>
                  </a:solidFill>
                  <a:prstDash val="solid"/>
                  <a:round/>
                  <a:headEnd len="sm" w="sm" type="none"/>
                  <a:tailEnd len="sm" w="sm" type="none"/>
                </a:ln>
              </p:spPr>
            </p:cxnSp>
            <p:cxnSp>
              <p:nvCxnSpPr>
                <p:cNvPr id="319" name="Google Shape;319;p19"/>
                <p:cNvCxnSpPr/>
                <p:nvPr/>
              </p:nvCxnSpPr>
              <p:spPr>
                <a:xfrm>
                  <a:off x="987999" y="1753768"/>
                  <a:ext cx="1514400" cy="0"/>
                </a:xfrm>
                <a:prstGeom prst="straightConnector1">
                  <a:avLst/>
                </a:prstGeom>
                <a:noFill/>
                <a:ln cap="flat" cmpd="sng" w="9525">
                  <a:solidFill>
                    <a:schemeClr val="dk2"/>
                  </a:solidFill>
                  <a:prstDash val="solid"/>
                  <a:round/>
                  <a:headEnd len="sm" w="sm" type="none"/>
                  <a:tailEnd len="sm" w="sm" type="none"/>
                </a:ln>
              </p:spPr>
            </p:cxnSp>
            <p:cxnSp>
              <p:nvCxnSpPr>
                <p:cNvPr id="320" name="Google Shape;320;p19"/>
                <p:cNvCxnSpPr/>
                <p:nvPr/>
              </p:nvCxnSpPr>
              <p:spPr>
                <a:xfrm>
                  <a:off x="988003" y="1969076"/>
                  <a:ext cx="1514400" cy="0"/>
                </a:xfrm>
                <a:prstGeom prst="straightConnector1">
                  <a:avLst/>
                </a:prstGeom>
                <a:noFill/>
                <a:ln cap="flat" cmpd="sng" w="9525">
                  <a:solidFill>
                    <a:schemeClr val="dk2"/>
                  </a:solidFill>
                  <a:prstDash val="solid"/>
                  <a:round/>
                  <a:headEnd len="sm" w="sm" type="none"/>
                  <a:tailEnd len="sm" w="sm" type="none"/>
                </a:ln>
              </p:spPr>
            </p:cxnSp>
          </p:grpSp>
        </p:grpSp>
        <p:grpSp>
          <p:nvGrpSpPr>
            <p:cNvPr id="321" name="Google Shape;321;p19"/>
            <p:cNvGrpSpPr/>
            <p:nvPr/>
          </p:nvGrpSpPr>
          <p:grpSpPr>
            <a:xfrm>
              <a:off x="4572003" y="2571732"/>
              <a:ext cx="4607271" cy="2603603"/>
              <a:chOff x="987999" y="461925"/>
              <a:chExt cx="1514404" cy="1507151"/>
            </a:xfrm>
          </p:grpSpPr>
          <p:grpSp>
            <p:nvGrpSpPr>
              <p:cNvPr id="322" name="Google Shape;322;p19"/>
              <p:cNvGrpSpPr/>
              <p:nvPr/>
            </p:nvGrpSpPr>
            <p:grpSpPr>
              <a:xfrm>
                <a:off x="987999" y="461925"/>
                <a:ext cx="1514401" cy="1506302"/>
                <a:chOff x="987999" y="461925"/>
                <a:chExt cx="1514401" cy="1506302"/>
              </a:xfrm>
            </p:grpSpPr>
            <p:cxnSp>
              <p:nvCxnSpPr>
                <p:cNvPr id="323" name="Google Shape;323;p19"/>
                <p:cNvCxnSpPr/>
                <p:nvPr/>
              </p:nvCxnSpPr>
              <p:spPr>
                <a:xfrm>
                  <a:off x="9879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324" name="Google Shape;324;p19"/>
                <p:cNvCxnSpPr/>
                <p:nvPr/>
              </p:nvCxnSpPr>
              <p:spPr>
                <a:xfrm>
                  <a:off x="11772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325" name="Google Shape;325;p19"/>
                <p:cNvCxnSpPr/>
                <p:nvPr/>
              </p:nvCxnSpPr>
              <p:spPr>
                <a:xfrm>
                  <a:off x="13665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326" name="Google Shape;326;p19"/>
                <p:cNvCxnSpPr/>
                <p:nvPr/>
              </p:nvCxnSpPr>
              <p:spPr>
                <a:xfrm>
                  <a:off x="15558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327" name="Google Shape;327;p19"/>
                <p:cNvCxnSpPr/>
                <p:nvPr/>
              </p:nvCxnSpPr>
              <p:spPr>
                <a:xfrm>
                  <a:off x="17451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328" name="Google Shape;328;p19"/>
                <p:cNvCxnSpPr/>
                <p:nvPr/>
              </p:nvCxnSpPr>
              <p:spPr>
                <a:xfrm>
                  <a:off x="19344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329" name="Google Shape;329;p19"/>
                <p:cNvCxnSpPr/>
                <p:nvPr/>
              </p:nvCxnSpPr>
              <p:spPr>
                <a:xfrm>
                  <a:off x="21237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330" name="Google Shape;330;p19"/>
                <p:cNvCxnSpPr/>
                <p:nvPr/>
              </p:nvCxnSpPr>
              <p:spPr>
                <a:xfrm>
                  <a:off x="2313099" y="461927"/>
                  <a:ext cx="0" cy="1506300"/>
                </a:xfrm>
                <a:prstGeom prst="straightConnector1">
                  <a:avLst/>
                </a:prstGeom>
                <a:noFill/>
                <a:ln cap="flat" cmpd="sng" w="9525">
                  <a:solidFill>
                    <a:schemeClr val="dk2"/>
                  </a:solidFill>
                  <a:prstDash val="solid"/>
                  <a:round/>
                  <a:headEnd len="sm" w="sm" type="none"/>
                  <a:tailEnd len="sm" w="sm" type="none"/>
                </a:ln>
              </p:spPr>
            </p:cxnSp>
            <p:cxnSp>
              <p:nvCxnSpPr>
                <p:cNvPr id="331" name="Google Shape;331;p19"/>
                <p:cNvCxnSpPr/>
                <p:nvPr/>
              </p:nvCxnSpPr>
              <p:spPr>
                <a:xfrm>
                  <a:off x="2502400" y="461925"/>
                  <a:ext cx="0" cy="1506300"/>
                </a:xfrm>
                <a:prstGeom prst="straightConnector1">
                  <a:avLst/>
                </a:prstGeom>
                <a:noFill/>
                <a:ln cap="flat" cmpd="sng" w="9525">
                  <a:solidFill>
                    <a:schemeClr val="dk2"/>
                  </a:solidFill>
                  <a:prstDash val="solid"/>
                  <a:round/>
                  <a:headEnd len="sm" w="sm" type="none"/>
                  <a:tailEnd len="sm" w="sm" type="none"/>
                </a:ln>
              </p:spPr>
            </p:cxnSp>
          </p:grpSp>
          <p:grpSp>
            <p:nvGrpSpPr>
              <p:cNvPr id="332" name="Google Shape;332;p19"/>
              <p:cNvGrpSpPr/>
              <p:nvPr/>
            </p:nvGrpSpPr>
            <p:grpSpPr>
              <a:xfrm>
                <a:off x="987999" y="461927"/>
                <a:ext cx="1514404" cy="1507149"/>
                <a:chOff x="987999" y="461927"/>
                <a:chExt cx="1514404" cy="1507149"/>
              </a:xfrm>
            </p:grpSpPr>
            <p:cxnSp>
              <p:nvCxnSpPr>
                <p:cNvPr id="333" name="Google Shape;333;p19"/>
                <p:cNvCxnSpPr/>
                <p:nvPr/>
              </p:nvCxnSpPr>
              <p:spPr>
                <a:xfrm>
                  <a:off x="988003" y="461927"/>
                  <a:ext cx="1514400" cy="0"/>
                </a:xfrm>
                <a:prstGeom prst="straightConnector1">
                  <a:avLst/>
                </a:prstGeom>
                <a:noFill/>
                <a:ln cap="flat" cmpd="sng" w="9525">
                  <a:solidFill>
                    <a:schemeClr val="dk2"/>
                  </a:solidFill>
                  <a:prstDash val="solid"/>
                  <a:round/>
                  <a:headEnd len="sm" w="sm" type="none"/>
                  <a:tailEnd len="sm" w="sm" type="none"/>
                </a:ln>
              </p:spPr>
            </p:cxnSp>
            <p:cxnSp>
              <p:nvCxnSpPr>
                <p:cNvPr id="334" name="Google Shape;334;p19"/>
                <p:cNvCxnSpPr/>
                <p:nvPr/>
              </p:nvCxnSpPr>
              <p:spPr>
                <a:xfrm>
                  <a:off x="987999" y="677235"/>
                  <a:ext cx="1514400" cy="0"/>
                </a:xfrm>
                <a:prstGeom prst="straightConnector1">
                  <a:avLst/>
                </a:prstGeom>
                <a:noFill/>
                <a:ln cap="flat" cmpd="sng" w="9525">
                  <a:solidFill>
                    <a:schemeClr val="dk2"/>
                  </a:solidFill>
                  <a:prstDash val="solid"/>
                  <a:round/>
                  <a:headEnd len="sm" w="sm" type="none"/>
                  <a:tailEnd len="sm" w="sm" type="none"/>
                </a:ln>
              </p:spPr>
            </p:cxnSp>
            <p:cxnSp>
              <p:nvCxnSpPr>
                <p:cNvPr id="335" name="Google Shape;335;p19"/>
                <p:cNvCxnSpPr/>
                <p:nvPr/>
              </p:nvCxnSpPr>
              <p:spPr>
                <a:xfrm>
                  <a:off x="987999" y="892542"/>
                  <a:ext cx="1514400" cy="0"/>
                </a:xfrm>
                <a:prstGeom prst="straightConnector1">
                  <a:avLst/>
                </a:prstGeom>
                <a:noFill/>
                <a:ln cap="flat" cmpd="sng" w="9525">
                  <a:solidFill>
                    <a:schemeClr val="dk2"/>
                  </a:solidFill>
                  <a:prstDash val="solid"/>
                  <a:round/>
                  <a:headEnd len="sm" w="sm" type="none"/>
                  <a:tailEnd len="sm" w="sm" type="none"/>
                </a:ln>
              </p:spPr>
            </p:cxnSp>
            <p:cxnSp>
              <p:nvCxnSpPr>
                <p:cNvPr id="336" name="Google Shape;336;p19"/>
                <p:cNvCxnSpPr/>
                <p:nvPr/>
              </p:nvCxnSpPr>
              <p:spPr>
                <a:xfrm>
                  <a:off x="987999" y="1107848"/>
                  <a:ext cx="1514400" cy="0"/>
                </a:xfrm>
                <a:prstGeom prst="straightConnector1">
                  <a:avLst/>
                </a:prstGeom>
                <a:noFill/>
                <a:ln cap="flat" cmpd="sng" w="9525">
                  <a:solidFill>
                    <a:schemeClr val="dk2"/>
                  </a:solidFill>
                  <a:prstDash val="solid"/>
                  <a:round/>
                  <a:headEnd len="sm" w="sm" type="none"/>
                  <a:tailEnd len="sm" w="sm" type="none"/>
                </a:ln>
              </p:spPr>
            </p:cxnSp>
            <p:cxnSp>
              <p:nvCxnSpPr>
                <p:cNvPr id="337" name="Google Shape;337;p19"/>
                <p:cNvCxnSpPr/>
                <p:nvPr/>
              </p:nvCxnSpPr>
              <p:spPr>
                <a:xfrm>
                  <a:off x="987999" y="1323155"/>
                  <a:ext cx="1514400" cy="0"/>
                </a:xfrm>
                <a:prstGeom prst="straightConnector1">
                  <a:avLst/>
                </a:prstGeom>
                <a:noFill/>
                <a:ln cap="flat" cmpd="sng" w="9525">
                  <a:solidFill>
                    <a:schemeClr val="dk2"/>
                  </a:solidFill>
                  <a:prstDash val="solid"/>
                  <a:round/>
                  <a:headEnd len="sm" w="sm" type="none"/>
                  <a:tailEnd len="sm" w="sm" type="none"/>
                </a:ln>
              </p:spPr>
            </p:cxnSp>
            <p:cxnSp>
              <p:nvCxnSpPr>
                <p:cNvPr id="338" name="Google Shape;338;p19"/>
                <p:cNvCxnSpPr/>
                <p:nvPr/>
              </p:nvCxnSpPr>
              <p:spPr>
                <a:xfrm>
                  <a:off x="987999" y="1538461"/>
                  <a:ext cx="1514400" cy="0"/>
                </a:xfrm>
                <a:prstGeom prst="straightConnector1">
                  <a:avLst/>
                </a:prstGeom>
                <a:noFill/>
                <a:ln cap="flat" cmpd="sng" w="9525">
                  <a:solidFill>
                    <a:schemeClr val="dk2"/>
                  </a:solidFill>
                  <a:prstDash val="solid"/>
                  <a:round/>
                  <a:headEnd len="sm" w="sm" type="none"/>
                  <a:tailEnd len="sm" w="sm" type="none"/>
                </a:ln>
              </p:spPr>
            </p:cxnSp>
            <p:cxnSp>
              <p:nvCxnSpPr>
                <p:cNvPr id="339" name="Google Shape;339;p19"/>
                <p:cNvCxnSpPr/>
                <p:nvPr/>
              </p:nvCxnSpPr>
              <p:spPr>
                <a:xfrm>
                  <a:off x="987999" y="1753768"/>
                  <a:ext cx="1514400" cy="0"/>
                </a:xfrm>
                <a:prstGeom prst="straightConnector1">
                  <a:avLst/>
                </a:prstGeom>
                <a:noFill/>
                <a:ln cap="flat" cmpd="sng" w="9525">
                  <a:solidFill>
                    <a:schemeClr val="dk2"/>
                  </a:solidFill>
                  <a:prstDash val="solid"/>
                  <a:round/>
                  <a:headEnd len="sm" w="sm" type="none"/>
                  <a:tailEnd len="sm" w="sm" type="none"/>
                </a:ln>
              </p:spPr>
            </p:cxnSp>
            <p:cxnSp>
              <p:nvCxnSpPr>
                <p:cNvPr id="340" name="Google Shape;340;p19"/>
                <p:cNvCxnSpPr/>
                <p:nvPr/>
              </p:nvCxnSpPr>
              <p:spPr>
                <a:xfrm>
                  <a:off x="988003" y="1969076"/>
                  <a:ext cx="1514400" cy="0"/>
                </a:xfrm>
                <a:prstGeom prst="straightConnector1">
                  <a:avLst/>
                </a:prstGeom>
                <a:noFill/>
                <a:ln cap="flat" cmpd="sng" w="9525">
                  <a:solidFill>
                    <a:schemeClr val="dk2"/>
                  </a:solidFill>
                  <a:prstDash val="solid"/>
                  <a:round/>
                  <a:headEnd len="sm" w="sm" type="none"/>
                  <a:tailEnd len="sm" w="sm" type="none"/>
                </a:ln>
              </p:spPr>
            </p:cxnSp>
          </p:grpSp>
        </p:grpSp>
      </p:grpSp>
      <p:grpSp>
        <p:nvGrpSpPr>
          <p:cNvPr id="341" name="Google Shape;341;p19"/>
          <p:cNvGrpSpPr/>
          <p:nvPr/>
        </p:nvGrpSpPr>
        <p:grpSpPr>
          <a:xfrm flipH="1">
            <a:off x="146540" y="131297"/>
            <a:ext cx="734748" cy="952069"/>
            <a:chOff x="7465916" y="720492"/>
            <a:chExt cx="1139144" cy="1477450"/>
          </a:xfrm>
        </p:grpSpPr>
        <p:sp>
          <p:nvSpPr>
            <p:cNvPr id="342" name="Google Shape;342;p19"/>
            <p:cNvSpPr/>
            <p:nvPr/>
          </p:nvSpPr>
          <p:spPr>
            <a:xfrm rot="-5400000">
              <a:off x="7646560" y="1239442"/>
              <a:ext cx="1024800" cy="892200"/>
            </a:xfrm>
            <a:prstGeom prst="flowChartDelay">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19"/>
            <p:cNvSpPr/>
            <p:nvPr/>
          </p:nvSpPr>
          <p:spPr>
            <a:xfrm rot="-5400000">
              <a:off x="7597172" y="1148912"/>
              <a:ext cx="1024800" cy="892200"/>
            </a:xfrm>
            <a:prstGeom prst="flowChartDelay">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19"/>
            <p:cNvSpPr/>
            <p:nvPr/>
          </p:nvSpPr>
          <p:spPr>
            <a:xfrm rot="-5400000">
              <a:off x="7547783" y="1058382"/>
              <a:ext cx="1024800" cy="892200"/>
            </a:xfrm>
            <a:prstGeom prst="flowChartDelay">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19"/>
            <p:cNvSpPr/>
            <p:nvPr/>
          </p:nvSpPr>
          <p:spPr>
            <a:xfrm rot="-5400000">
              <a:off x="7498394" y="967852"/>
              <a:ext cx="1024800" cy="892200"/>
            </a:xfrm>
            <a:prstGeom prst="flowChartDelay">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19"/>
            <p:cNvSpPr/>
            <p:nvPr/>
          </p:nvSpPr>
          <p:spPr>
            <a:xfrm rot="-5400000">
              <a:off x="7449005" y="877322"/>
              <a:ext cx="1024800" cy="892200"/>
            </a:xfrm>
            <a:prstGeom prst="flowChartDelay">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19"/>
            <p:cNvSpPr/>
            <p:nvPr/>
          </p:nvSpPr>
          <p:spPr>
            <a:xfrm rot="-5400000">
              <a:off x="7399616" y="786792"/>
              <a:ext cx="1024800" cy="892200"/>
            </a:xfrm>
            <a:prstGeom prst="flowChartDelay">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48" name="Google Shape;348;p19"/>
          <p:cNvSpPr/>
          <p:nvPr/>
        </p:nvSpPr>
        <p:spPr>
          <a:xfrm>
            <a:off x="8401572" y="4586124"/>
            <a:ext cx="431700" cy="420300"/>
          </a:xfrm>
          <a:prstGeom prst="star4">
            <a:avLst>
              <a:gd fmla="val 12500"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19"/>
          <p:cNvSpPr/>
          <p:nvPr/>
        </p:nvSpPr>
        <p:spPr>
          <a:xfrm>
            <a:off x="8768224" y="4322425"/>
            <a:ext cx="209700" cy="204000"/>
          </a:xfrm>
          <a:prstGeom prst="star4">
            <a:avLst>
              <a:gd fmla="val 12500"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1.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6D2A4B"/>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transition spd="slow">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png"/><Relationship Id="rId4" Type="http://schemas.openxmlformats.org/officeDocument/2006/relationships/image" Target="../media/image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png"/><Relationship Id="rId4" Type="http://schemas.openxmlformats.org/officeDocument/2006/relationships/image" Target="../media/image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png"/><Relationship Id="rId4" Type="http://schemas.openxmlformats.org/officeDocument/2006/relationships/image" Target="../media/image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png"/><Relationship Id="rId4" Type="http://schemas.openxmlformats.org/officeDocument/2006/relationships/image" Target="../media/image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1.png"/><Relationship Id="rId4" Type="http://schemas.openxmlformats.org/officeDocument/2006/relationships/image" Target="../media/image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1.png"/><Relationship Id="rId4" Type="http://schemas.openxmlformats.org/officeDocument/2006/relationships/image" Target="../media/image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1.png"/><Relationship Id="rId4" Type="http://schemas.openxmlformats.org/officeDocument/2006/relationships/image" Target="../media/image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1.png"/><Relationship Id="rId4" Type="http://schemas.openxmlformats.org/officeDocument/2006/relationships/image" Target="../media/image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1.png"/><Relationship Id="rId4" Type="http://schemas.openxmlformats.org/officeDocument/2006/relationships/image" Target="../media/image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1.png"/><Relationship Id="rId4" Type="http://schemas.openxmlformats.org/officeDocument/2006/relationships/image" Target="../media/image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1.png"/><Relationship Id="rId4" Type="http://schemas.openxmlformats.org/officeDocument/2006/relationships/image" Target="../media/image9.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1.png"/><Relationship Id="rId4" Type="http://schemas.openxmlformats.org/officeDocument/2006/relationships/image" Target="../media/image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1.png"/><Relationship Id="rId4" Type="http://schemas.openxmlformats.org/officeDocument/2006/relationships/hyperlink" Target="https://create.kahoot.it/share/7th-grade-ela-review-extravaganza/b6c1deb5-69f6-4ff7-8fd8-02298caee57f" TargetMode="External"/><Relationship Id="rId5" Type="http://schemas.openxmlformats.org/officeDocument/2006/relationships/hyperlink" Target="https://create.kahoot.it/share/reading-graphs-tables-and-charts/d6ab246a-e308-4ad9-a6a6-a98bf942b053"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6DED9"/>
        </a:solidFill>
      </p:bgPr>
    </p:bg>
    <p:spTree>
      <p:nvGrpSpPr>
        <p:cNvPr id="353" name="Shape 353"/>
        <p:cNvGrpSpPr/>
        <p:nvPr/>
      </p:nvGrpSpPr>
      <p:grpSpPr>
        <a:xfrm>
          <a:off x="0" y="0"/>
          <a:ext cx="0" cy="0"/>
          <a:chOff x="0" y="0"/>
          <a:chExt cx="0" cy="0"/>
        </a:xfrm>
      </p:grpSpPr>
      <p:sp>
        <p:nvSpPr>
          <p:cNvPr id="354" name="Google Shape;354;p20"/>
          <p:cNvSpPr/>
          <p:nvPr/>
        </p:nvSpPr>
        <p:spPr>
          <a:xfrm>
            <a:off x="-228600" y="518400"/>
            <a:ext cx="9601200" cy="1477800"/>
          </a:xfrm>
          <a:prstGeom prst="rect">
            <a:avLst/>
          </a:prstGeom>
          <a:solidFill>
            <a:srgbClr val="6D2A4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5" name="Google Shape;355;p20"/>
          <p:cNvSpPr/>
          <p:nvPr/>
        </p:nvSpPr>
        <p:spPr>
          <a:xfrm>
            <a:off x="228590" y="228602"/>
            <a:ext cx="2057400" cy="2057400"/>
          </a:xfrm>
          <a:prstGeom prst="ellipse">
            <a:avLst/>
          </a:prstGeom>
          <a:solidFill>
            <a:srgbClr val="C6DED9"/>
          </a:solidFill>
          <a:ln cap="flat" cmpd="sng" w="152400">
            <a:solidFill>
              <a:srgbClr val="6D2A4B"/>
            </a:solidFill>
            <a:prstDash val="solid"/>
            <a:round/>
            <a:headEnd len="sm" w="sm" type="none"/>
            <a:tailEnd len="sm" w="sm" type="none"/>
          </a:ln>
        </p:spPr>
        <p:txBody>
          <a:bodyPr anchorCtr="0" anchor="ctr" bIns="0" lIns="0" spcFirstLastPara="1" rIns="0" wrap="square" tIns="228600">
            <a:noAutofit/>
          </a:bodyPr>
          <a:lstStyle/>
          <a:p>
            <a:pPr indent="0" lvl="0" marL="0" rtl="0" algn="ctr">
              <a:lnSpc>
                <a:spcPct val="100000"/>
              </a:lnSpc>
              <a:spcBef>
                <a:spcPts val="0"/>
              </a:spcBef>
              <a:spcAft>
                <a:spcPts val="0"/>
              </a:spcAft>
              <a:buNone/>
            </a:pPr>
            <a:r>
              <a:rPr lang="en" sz="3200">
                <a:latin typeface="Merriweather"/>
                <a:ea typeface="Merriweather"/>
                <a:cs typeface="Merriweather"/>
                <a:sym typeface="Merriweather"/>
              </a:rPr>
              <a:t>Spring</a:t>
            </a:r>
            <a:endParaRPr sz="3200">
              <a:latin typeface="Merriweather"/>
              <a:ea typeface="Merriweather"/>
              <a:cs typeface="Merriweather"/>
              <a:sym typeface="Merriweather"/>
            </a:endParaRPr>
          </a:p>
          <a:p>
            <a:pPr indent="0" lvl="0" marL="0" rtl="0" algn="ctr">
              <a:lnSpc>
                <a:spcPct val="80000"/>
              </a:lnSpc>
              <a:spcBef>
                <a:spcPts val="0"/>
              </a:spcBef>
              <a:spcAft>
                <a:spcPts val="0"/>
              </a:spcAft>
              <a:buNone/>
            </a:pPr>
            <a:r>
              <a:rPr lang="en" sz="9600">
                <a:latin typeface="Merriweather"/>
                <a:ea typeface="Merriweather"/>
                <a:cs typeface="Merriweather"/>
                <a:sym typeface="Merriweather"/>
              </a:rPr>
              <a:t>6</a:t>
            </a:r>
            <a:endParaRPr sz="9600">
              <a:latin typeface="Merriweather"/>
              <a:ea typeface="Merriweather"/>
              <a:cs typeface="Merriweather"/>
              <a:sym typeface="Merriweather"/>
            </a:endParaRPr>
          </a:p>
        </p:txBody>
      </p:sp>
      <p:sp>
        <p:nvSpPr>
          <p:cNvPr id="356" name="Google Shape;356;p20"/>
          <p:cNvSpPr/>
          <p:nvPr/>
        </p:nvSpPr>
        <p:spPr>
          <a:xfrm>
            <a:off x="-228600" y="3118800"/>
            <a:ext cx="9601200" cy="1477800"/>
          </a:xfrm>
          <a:prstGeom prst="rect">
            <a:avLst/>
          </a:prstGeom>
          <a:noFill/>
          <a:ln cap="flat" cmpd="sng" w="152400">
            <a:solidFill>
              <a:srgbClr val="6D2A4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7" name="Google Shape;357;p20"/>
          <p:cNvSpPr/>
          <p:nvPr/>
        </p:nvSpPr>
        <p:spPr>
          <a:xfrm>
            <a:off x="6857990" y="2829002"/>
            <a:ext cx="2057400" cy="20574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228600">
            <a:noAutofit/>
          </a:bodyPr>
          <a:lstStyle/>
          <a:p>
            <a:pPr indent="0" lvl="0" marL="0" rtl="0" algn="ctr">
              <a:lnSpc>
                <a:spcPct val="80000"/>
              </a:lnSpc>
              <a:spcBef>
                <a:spcPts val="0"/>
              </a:spcBef>
              <a:spcAft>
                <a:spcPts val="0"/>
              </a:spcAft>
              <a:buNone/>
            </a:pPr>
            <a:r>
              <a:t/>
            </a:r>
            <a:endParaRPr sz="9600">
              <a:latin typeface="Leckerli One"/>
              <a:ea typeface="Leckerli One"/>
              <a:cs typeface="Leckerli One"/>
              <a:sym typeface="Leckerli One"/>
            </a:endParaRPr>
          </a:p>
        </p:txBody>
      </p:sp>
      <p:pic>
        <p:nvPicPr>
          <p:cNvPr id="358" name="Google Shape;358;p20" title="1.png"/>
          <p:cNvPicPr preferRelativeResize="0"/>
          <p:nvPr/>
        </p:nvPicPr>
        <p:blipFill>
          <a:blip r:embed="rId3">
            <a:alphaModFix/>
          </a:blip>
          <a:stretch>
            <a:fillRect/>
          </a:stretch>
        </p:blipFill>
        <p:spPr>
          <a:xfrm>
            <a:off x="6857990" y="2829000"/>
            <a:ext cx="2057400" cy="2057400"/>
          </a:xfrm>
          <a:prstGeom prst="rect">
            <a:avLst/>
          </a:prstGeom>
          <a:noFill/>
          <a:ln>
            <a:noFill/>
          </a:ln>
        </p:spPr>
      </p:pic>
      <p:sp>
        <p:nvSpPr>
          <p:cNvPr id="359" name="Google Shape;359;p20"/>
          <p:cNvSpPr txBox="1"/>
          <p:nvPr/>
        </p:nvSpPr>
        <p:spPr>
          <a:xfrm>
            <a:off x="228600" y="3211200"/>
            <a:ext cx="6400800" cy="12930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 sz="3600">
                <a:latin typeface="Merriweather"/>
                <a:ea typeface="Merriweather"/>
                <a:cs typeface="Merriweather"/>
                <a:sym typeface="Merriweather"/>
              </a:rPr>
              <a:t>Stuy Prep</a:t>
            </a:r>
            <a:endParaRPr sz="3600">
              <a:latin typeface="Merriweather"/>
              <a:ea typeface="Merriweather"/>
              <a:cs typeface="Merriweather"/>
              <a:sym typeface="Merriweather"/>
            </a:endParaRPr>
          </a:p>
          <a:p>
            <a:pPr indent="0" lvl="0" marL="0" rtl="0" algn="r">
              <a:spcBef>
                <a:spcPts val="0"/>
              </a:spcBef>
              <a:spcAft>
                <a:spcPts val="0"/>
              </a:spcAft>
              <a:buNone/>
            </a:pPr>
            <a:r>
              <a:rPr lang="en" sz="4800">
                <a:latin typeface="Merriweather"/>
                <a:ea typeface="Merriweather"/>
                <a:cs typeface="Merriweather"/>
                <a:sym typeface="Merriweather"/>
              </a:rPr>
              <a:t>Practice 26S6</a:t>
            </a:r>
            <a:endParaRPr sz="4800">
              <a:latin typeface="Merriweather"/>
              <a:ea typeface="Merriweather"/>
              <a:cs typeface="Merriweather"/>
              <a:sym typeface="Merriweather"/>
            </a:endParaRPr>
          </a:p>
        </p:txBody>
      </p:sp>
      <p:sp>
        <p:nvSpPr>
          <p:cNvPr id="360" name="Google Shape;360;p20"/>
          <p:cNvSpPr txBox="1"/>
          <p:nvPr/>
        </p:nvSpPr>
        <p:spPr>
          <a:xfrm>
            <a:off x="2514600" y="518400"/>
            <a:ext cx="6400800" cy="1477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4800">
                <a:solidFill>
                  <a:srgbClr val="FFFFFF"/>
                </a:solidFill>
                <a:latin typeface="Merriweather"/>
                <a:ea typeface="Merriweather"/>
                <a:cs typeface="Merriweather"/>
                <a:sym typeface="Merriweather"/>
              </a:rPr>
              <a:t>Word Relationships and Statistics</a:t>
            </a:r>
            <a:endParaRPr sz="4800">
              <a:solidFill>
                <a:srgbClr val="FFFFFF"/>
              </a:solidFill>
              <a:latin typeface="Merriweather"/>
              <a:ea typeface="Merriweather"/>
              <a:cs typeface="Merriweather"/>
              <a:sym typeface="Merriweath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6DED9"/>
        </a:solidFill>
      </p:bgPr>
    </p:bg>
    <p:spTree>
      <p:nvGrpSpPr>
        <p:cNvPr id="364" name="Shape 364"/>
        <p:cNvGrpSpPr/>
        <p:nvPr/>
      </p:nvGrpSpPr>
      <p:grpSpPr>
        <a:xfrm>
          <a:off x="0" y="0"/>
          <a:ext cx="0" cy="0"/>
          <a:chOff x="0" y="0"/>
          <a:chExt cx="0" cy="0"/>
        </a:xfrm>
      </p:grpSpPr>
      <p:sp>
        <p:nvSpPr>
          <p:cNvPr id="365" name="Google Shape;365;p21"/>
          <p:cNvSpPr/>
          <p:nvPr/>
        </p:nvSpPr>
        <p:spPr>
          <a:xfrm>
            <a:off x="0" y="2642900"/>
            <a:ext cx="9144000" cy="738900"/>
          </a:xfrm>
          <a:prstGeom prst="rect">
            <a:avLst/>
          </a:prstGeom>
          <a:solidFill>
            <a:srgbClr val="6D2A4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6" name="Google Shape;366;p21"/>
          <p:cNvSpPr/>
          <p:nvPr/>
        </p:nvSpPr>
        <p:spPr>
          <a:xfrm>
            <a:off x="228590" y="1324402"/>
            <a:ext cx="2057400" cy="2057400"/>
          </a:xfrm>
          <a:prstGeom prst="ellipse">
            <a:avLst/>
          </a:prstGeom>
          <a:solidFill>
            <a:srgbClr val="6D2A4B"/>
          </a:solidFill>
          <a:ln cap="flat" cmpd="sng" w="152400">
            <a:solidFill>
              <a:srgbClr val="C6DED9"/>
            </a:solidFill>
            <a:prstDash val="solid"/>
            <a:round/>
            <a:headEnd len="sm" w="sm" type="none"/>
            <a:tailEnd len="sm" w="sm" type="none"/>
          </a:ln>
        </p:spPr>
        <p:txBody>
          <a:bodyPr anchorCtr="0" anchor="ctr" bIns="0" lIns="0" spcFirstLastPara="1" rIns="0" wrap="square" tIns="228600">
            <a:noAutofit/>
          </a:bodyPr>
          <a:lstStyle/>
          <a:p>
            <a:pPr indent="0" lvl="0" marL="0" rtl="0" algn="ctr">
              <a:lnSpc>
                <a:spcPct val="100000"/>
              </a:lnSpc>
              <a:spcBef>
                <a:spcPts val="0"/>
              </a:spcBef>
              <a:spcAft>
                <a:spcPts val="0"/>
              </a:spcAft>
              <a:buNone/>
            </a:pPr>
            <a:r>
              <a:rPr lang="en" sz="3200">
                <a:solidFill>
                  <a:srgbClr val="FFFFFF"/>
                </a:solidFill>
                <a:latin typeface="Merriweather"/>
                <a:ea typeface="Merriweather"/>
                <a:cs typeface="Merriweather"/>
                <a:sym typeface="Merriweather"/>
              </a:rPr>
              <a:t>Spring</a:t>
            </a:r>
            <a:endParaRPr sz="3200">
              <a:solidFill>
                <a:srgbClr val="FFFFFF"/>
              </a:solidFill>
              <a:latin typeface="Merriweather"/>
              <a:ea typeface="Merriweather"/>
              <a:cs typeface="Merriweather"/>
              <a:sym typeface="Merriweather"/>
            </a:endParaRPr>
          </a:p>
          <a:p>
            <a:pPr indent="0" lvl="0" marL="0" rtl="0" algn="ctr">
              <a:lnSpc>
                <a:spcPct val="80000"/>
              </a:lnSpc>
              <a:spcBef>
                <a:spcPts val="0"/>
              </a:spcBef>
              <a:spcAft>
                <a:spcPts val="0"/>
              </a:spcAft>
              <a:buNone/>
            </a:pPr>
            <a:r>
              <a:rPr b="1" lang="en" sz="9600">
                <a:solidFill>
                  <a:srgbClr val="FFFFFF"/>
                </a:solidFill>
                <a:latin typeface="Merriweather"/>
                <a:ea typeface="Merriweather"/>
                <a:cs typeface="Merriweather"/>
                <a:sym typeface="Merriweather"/>
              </a:rPr>
              <a:t>6</a:t>
            </a:r>
            <a:endParaRPr b="1" sz="9600">
              <a:solidFill>
                <a:srgbClr val="FFFFFF"/>
              </a:solidFill>
              <a:latin typeface="Merriweather"/>
              <a:ea typeface="Merriweather"/>
              <a:cs typeface="Merriweather"/>
              <a:sym typeface="Merriweather"/>
            </a:endParaRPr>
          </a:p>
        </p:txBody>
      </p:sp>
      <p:sp>
        <p:nvSpPr>
          <p:cNvPr id="367" name="Google Shape;367;p21"/>
          <p:cNvSpPr txBox="1"/>
          <p:nvPr/>
        </p:nvSpPr>
        <p:spPr>
          <a:xfrm>
            <a:off x="2514600" y="2642900"/>
            <a:ext cx="64008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solidFill>
                  <a:srgbClr val="FFFFFF"/>
                </a:solidFill>
                <a:latin typeface="Merriweather"/>
                <a:ea typeface="Merriweather"/>
                <a:cs typeface="Merriweather"/>
                <a:sym typeface="Merriweather"/>
              </a:rPr>
              <a:t>Word Relationships</a:t>
            </a:r>
            <a:endParaRPr sz="4800">
              <a:solidFill>
                <a:srgbClr val="FFFFFF"/>
              </a:solidFill>
              <a:latin typeface="Merriweather"/>
              <a:ea typeface="Merriweather"/>
              <a:cs typeface="Merriweather"/>
              <a:sym typeface="Merriweather"/>
            </a:endParaRPr>
          </a:p>
        </p:txBody>
      </p:sp>
      <p:sp>
        <p:nvSpPr>
          <p:cNvPr id="368" name="Google Shape;368;p21"/>
          <p:cNvSpPr txBox="1"/>
          <p:nvPr/>
        </p:nvSpPr>
        <p:spPr>
          <a:xfrm>
            <a:off x="2514600" y="2106800"/>
            <a:ext cx="6400800" cy="492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3200">
                <a:latin typeface="DM Sans"/>
                <a:ea typeface="DM Sans"/>
                <a:cs typeface="DM Sans"/>
                <a:sym typeface="DM Sans"/>
              </a:rPr>
              <a:t>English Language Arts</a:t>
            </a:r>
            <a:endParaRPr sz="3200">
              <a:latin typeface="DM Sans"/>
              <a:ea typeface="DM Sans"/>
              <a:cs typeface="DM Sans"/>
              <a:sym typeface="DM Sans"/>
            </a:endParaRPr>
          </a:p>
        </p:txBody>
      </p:sp>
      <p:sp>
        <p:nvSpPr>
          <p:cNvPr id="369" name="Google Shape;369;p21"/>
          <p:cNvSpPr/>
          <p:nvPr/>
        </p:nvSpPr>
        <p:spPr>
          <a:xfrm>
            <a:off x="-8" y="0"/>
            <a:ext cx="13469424" cy="903878"/>
          </a:xfrm>
          <a:prstGeom prst="rect">
            <a:avLst/>
          </a:prstGeom>
        </p:spPr>
        <p:txBody>
          <a:bodyPr>
            <a:prstTxWarp prst="textPlain"/>
          </a:bodyPr>
          <a:lstStyle/>
          <a:p>
            <a:pPr lvl="0" algn="ctr"/>
            <a:r>
              <a:rPr b="0" i="0">
                <a:ln cap="flat" cmpd="sng" w="38100">
                  <a:solidFill>
                    <a:srgbClr val="6D2A4B"/>
                  </a:solidFill>
                  <a:prstDash val="solid"/>
                  <a:round/>
                  <a:headEnd len="sm" w="sm" type="none"/>
                  <a:tailEnd len="sm" w="sm" type="none"/>
                </a:ln>
                <a:noFill/>
                <a:latin typeface="DM Sans"/>
              </a:rPr>
              <a:t>metaphor sarcastic parallelism</a:t>
            </a:r>
          </a:p>
        </p:txBody>
      </p:sp>
      <p:sp>
        <p:nvSpPr>
          <p:cNvPr id="370" name="Google Shape;370;p21"/>
          <p:cNvSpPr/>
          <p:nvPr/>
        </p:nvSpPr>
        <p:spPr>
          <a:xfrm>
            <a:off x="-3183383" y="4221000"/>
            <a:ext cx="12327381" cy="903878"/>
          </a:xfrm>
          <a:prstGeom prst="rect">
            <a:avLst/>
          </a:prstGeom>
        </p:spPr>
        <p:txBody>
          <a:bodyPr>
            <a:prstTxWarp prst="textPlain"/>
          </a:bodyPr>
          <a:lstStyle/>
          <a:p>
            <a:pPr lvl="0" algn="ctr"/>
            <a:r>
              <a:rPr b="0" i="0">
                <a:ln cap="flat" cmpd="sng" w="38100">
                  <a:solidFill>
                    <a:srgbClr val="6D2A4B"/>
                  </a:solidFill>
                  <a:prstDash val="solid"/>
                  <a:round/>
                  <a:headEnd len="sm" w="sm" type="none"/>
                  <a:tailEnd len="sm" w="sm" type="none"/>
                </a:ln>
                <a:noFill/>
                <a:latin typeface="DM Sans"/>
              </a:rPr>
              <a:t>hyperbole cynical repetition</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22"/>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6" name="Google Shape;376;p22"/>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377" name="Google Shape;377;p22"/>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a:t>
            </a:r>
            <a:endParaRPr sz="4800">
              <a:latin typeface="Merriweather"/>
              <a:ea typeface="Merriweather"/>
              <a:cs typeface="Merriweather"/>
              <a:sym typeface="Merriweather"/>
            </a:endParaRPr>
          </a:p>
        </p:txBody>
      </p:sp>
      <p:pic>
        <p:nvPicPr>
          <p:cNvPr id="378" name="Google Shape;378;p22"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379" name="Google Shape;379;p22"/>
          <p:cNvSpPr txBox="1"/>
          <p:nvPr/>
        </p:nvSpPr>
        <p:spPr>
          <a:xfrm>
            <a:off x="523989" y="1593738"/>
            <a:ext cx="8175000" cy="24357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100">
                <a:solidFill>
                  <a:srgbClr val="FFFFFF"/>
                </a:solidFill>
                <a:latin typeface="DM Sans"/>
                <a:ea typeface="DM Sans"/>
                <a:cs typeface="DM Sans"/>
                <a:sym typeface="DM Sans"/>
              </a:rPr>
              <a:t>The committee’s decision was hardly surprising. After all, they had ignored expert recommendations for months and consistently chosen the most convenient—rather than the most effective—solutions. Still, it’s impressive how they continue to present their missteps as strategic brilliance.</a:t>
            </a:r>
            <a:endParaRPr sz="21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rPr b="1" lang="en" sz="2100">
                <a:solidFill>
                  <a:srgbClr val="FFFFFF"/>
                </a:solidFill>
                <a:latin typeface="DM Sans"/>
                <a:ea typeface="DM Sans"/>
                <a:cs typeface="DM Sans"/>
                <a:sym typeface="DM Sans"/>
              </a:rPr>
              <a:t>1. </a:t>
            </a:r>
            <a:r>
              <a:rPr b="1" lang="en" sz="2100">
                <a:solidFill>
                  <a:srgbClr val="FFFFFF"/>
                </a:solidFill>
                <a:latin typeface="DM Sans"/>
                <a:ea typeface="DM Sans"/>
                <a:cs typeface="DM Sans"/>
                <a:sym typeface="DM Sans"/>
              </a:rPr>
              <a:t>What is the author’s tone toward the committee’s actions?</a:t>
            </a:r>
            <a:endParaRPr b="1" sz="2100">
              <a:solidFill>
                <a:srgbClr val="FFFFFF"/>
              </a:solidFill>
              <a:latin typeface="DM Sans"/>
              <a:ea typeface="DM Sans"/>
              <a:cs typeface="DM Sans"/>
              <a:sym typeface="DM Sans"/>
            </a:endParaRPr>
          </a:p>
          <a:p>
            <a:pPr indent="0" lvl="0" marL="0" rtl="0" algn="l">
              <a:spcBef>
                <a:spcPts val="0"/>
              </a:spcBef>
              <a:spcAft>
                <a:spcPts val="0"/>
              </a:spcAft>
              <a:buNone/>
            </a:pPr>
            <a:r>
              <a:t/>
            </a:r>
            <a:endParaRPr b="1" sz="500">
              <a:solidFill>
                <a:srgbClr val="FFFFFF"/>
              </a:solidFill>
              <a:latin typeface="DM Sans"/>
              <a:ea typeface="DM Sans"/>
              <a:cs typeface="DM Sans"/>
              <a:sym typeface="DM Sans"/>
            </a:endParaRPr>
          </a:p>
          <a:p>
            <a:pPr indent="0" lvl="0" marL="0" rtl="0" algn="l">
              <a:spcBef>
                <a:spcPts val="0"/>
              </a:spcBef>
              <a:spcAft>
                <a:spcPts val="0"/>
              </a:spcAft>
              <a:buNone/>
            </a:pPr>
            <a:r>
              <a:t/>
            </a:r>
            <a:endParaRPr b="1" sz="1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A) Respectful B) Frustrated C) Sarcastic D) Objective</a:t>
            </a:r>
            <a:endParaRPr sz="2000">
              <a:solidFill>
                <a:srgbClr val="FFFFFF"/>
              </a:solidFill>
              <a:latin typeface="DM Sans"/>
              <a:ea typeface="DM Sans"/>
              <a:cs typeface="DM Sans"/>
              <a:sym typeface="DM Sans"/>
            </a:endParaRPr>
          </a:p>
        </p:txBody>
      </p:sp>
      <p:sp>
        <p:nvSpPr>
          <p:cNvPr id="380" name="Google Shape;380;p22"/>
          <p:cNvSpPr/>
          <p:nvPr/>
        </p:nvSpPr>
        <p:spPr>
          <a:xfrm>
            <a:off x="-3183383" y="4221000"/>
            <a:ext cx="12327381"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hyperbole cynical repetition</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23"/>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6" name="Google Shape;386;p23"/>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387" name="Google Shape;387;p23"/>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a:t>
            </a:r>
            <a:endParaRPr sz="4800">
              <a:latin typeface="Merriweather"/>
              <a:ea typeface="Merriweather"/>
              <a:cs typeface="Merriweather"/>
              <a:sym typeface="Merriweather"/>
            </a:endParaRPr>
          </a:p>
        </p:txBody>
      </p:sp>
      <p:pic>
        <p:nvPicPr>
          <p:cNvPr id="388" name="Google Shape;388;p23"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389" name="Google Shape;389;p23"/>
          <p:cNvSpPr txBox="1"/>
          <p:nvPr/>
        </p:nvSpPr>
        <p:spPr>
          <a:xfrm>
            <a:off x="523989" y="1593738"/>
            <a:ext cx="8175000" cy="24357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100">
                <a:solidFill>
                  <a:srgbClr val="FFFFFF"/>
                </a:solidFill>
                <a:latin typeface="DM Sans"/>
                <a:ea typeface="DM Sans"/>
                <a:cs typeface="DM Sans"/>
                <a:sym typeface="DM Sans"/>
              </a:rPr>
              <a:t>The committee’s decision was hardly surprising. After all, they had ignored expert recommendations for months and consistently chosen the most convenient—rather than the most effective—solutions. Still, it’s impressive how they continue to present their missteps as strategic brilliance.</a:t>
            </a:r>
            <a:endParaRPr sz="21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rPr b="1" lang="en" sz="2100">
                <a:solidFill>
                  <a:srgbClr val="FFFFFF"/>
                </a:solidFill>
                <a:latin typeface="DM Sans"/>
                <a:ea typeface="DM Sans"/>
                <a:cs typeface="DM Sans"/>
                <a:sym typeface="DM Sans"/>
              </a:rPr>
              <a:t>1. What is the author’s tone toward the committee’s actions?</a:t>
            </a:r>
            <a:endParaRPr b="1" sz="2100">
              <a:solidFill>
                <a:srgbClr val="FFFFFF"/>
              </a:solidFill>
              <a:latin typeface="DM Sans"/>
              <a:ea typeface="DM Sans"/>
              <a:cs typeface="DM Sans"/>
              <a:sym typeface="DM Sans"/>
            </a:endParaRPr>
          </a:p>
          <a:p>
            <a:pPr indent="0" lvl="0" marL="0" rtl="0" algn="l">
              <a:spcBef>
                <a:spcPts val="0"/>
              </a:spcBef>
              <a:spcAft>
                <a:spcPts val="0"/>
              </a:spcAft>
              <a:buNone/>
            </a:pPr>
            <a:r>
              <a:t/>
            </a:r>
            <a:endParaRPr b="1" sz="500">
              <a:solidFill>
                <a:srgbClr val="FFFFFF"/>
              </a:solidFill>
              <a:latin typeface="DM Sans"/>
              <a:ea typeface="DM Sans"/>
              <a:cs typeface="DM Sans"/>
              <a:sym typeface="DM Sans"/>
            </a:endParaRPr>
          </a:p>
          <a:p>
            <a:pPr indent="0" lvl="0" marL="0" rtl="0" algn="l">
              <a:spcBef>
                <a:spcPts val="0"/>
              </a:spcBef>
              <a:spcAft>
                <a:spcPts val="0"/>
              </a:spcAft>
              <a:buNone/>
            </a:pPr>
            <a:r>
              <a:t/>
            </a:r>
            <a:endParaRPr b="1" sz="1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A) Respectful B) Frustrated </a:t>
            </a:r>
            <a:r>
              <a:rPr b="1" lang="en" sz="2000">
                <a:solidFill>
                  <a:srgbClr val="FFFFFF"/>
                </a:solidFill>
                <a:latin typeface="DM Sans"/>
                <a:ea typeface="DM Sans"/>
                <a:cs typeface="DM Sans"/>
                <a:sym typeface="DM Sans"/>
              </a:rPr>
              <a:t>C) Sarcastic</a:t>
            </a:r>
            <a:r>
              <a:rPr lang="en" sz="2000">
                <a:solidFill>
                  <a:srgbClr val="FFFFFF"/>
                </a:solidFill>
                <a:latin typeface="DM Sans"/>
                <a:ea typeface="DM Sans"/>
                <a:cs typeface="DM Sans"/>
                <a:sym typeface="DM Sans"/>
              </a:rPr>
              <a:t> D) Objective</a:t>
            </a:r>
            <a:endParaRPr sz="2000">
              <a:solidFill>
                <a:srgbClr val="FFFFFF"/>
              </a:solidFill>
              <a:latin typeface="DM Sans"/>
              <a:ea typeface="DM Sans"/>
              <a:cs typeface="DM Sans"/>
              <a:sym typeface="DM Sans"/>
            </a:endParaRPr>
          </a:p>
        </p:txBody>
      </p:sp>
      <p:sp>
        <p:nvSpPr>
          <p:cNvPr id="390" name="Google Shape;390;p23"/>
          <p:cNvSpPr/>
          <p:nvPr/>
        </p:nvSpPr>
        <p:spPr>
          <a:xfrm>
            <a:off x="-3183383" y="4221000"/>
            <a:ext cx="12327381"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hyperbole cynical repetition</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24"/>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6" name="Google Shape;396;p24"/>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397" name="Google Shape;397;p24"/>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2</a:t>
            </a:r>
            <a:endParaRPr sz="4800">
              <a:latin typeface="Merriweather"/>
              <a:ea typeface="Merriweather"/>
              <a:cs typeface="Merriweather"/>
              <a:sym typeface="Merriweather"/>
            </a:endParaRPr>
          </a:p>
        </p:txBody>
      </p:sp>
      <p:pic>
        <p:nvPicPr>
          <p:cNvPr id="398" name="Google Shape;398;p24"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399" name="Google Shape;399;p24"/>
          <p:cNvSpPr txBox="1"/>
          <p:nvPr/>
        </p:nvSpPr>
        <p:spPr>
          <a:xfrm>
            <a:off x="523989" y="1593738"/>
            <a:ext cx="8175000" cy="24357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100">
                <a:solidFill>
                  <a:srgbClr val="FFFFFF"/>
                </a:solidFill>
                <a:latin typeface="DM Sans"/>
                <a:ea typeface="DM Sans"/>
                <a:cs typeface="DM Sans"/>
                <a:sym typeface="DM Sans"/>
              </a:rPr>
              <a:t>Though many hail the smartphone era as a triumph of innovation, the truth is more complicated. We are more connected than ever, yes, but also more distracted, isolated, and addicted to digital validation. This is progress with a price—and we’re just beginning to tally the cost.</a:t>
            </a:r>
            <a:endParaRPr sz="21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rPr b="1" lang="en" sz="2100">
                <a:solidFill>
                  <a:srgbClr val="FFFFFF"/>
                </a:solidFill>
                <a:latin typeface="DM Sans"/>
                <a:ea typeface="DM Sans"/>
                <a:cs typeface="DM Sans"/>
                <a:sym typeface="DM Sans"/>
              </a:rPr>
              <a:t>2. What best describes the author’s tone?</a:t>
            </a:r>
            <a:endParaRPr b="1" sz="2100">
              <a:solidFill>
                <a:srgbClr val="FFFFFF"/>
              </a:solidFill>
              <a:latin typeface="DM Sans"/>
              <a:ea typeface="DM Sans"/>
              <a:cs typeface="DM Sans"/>
              <a:sym typeface="DM Sans"/>
            </a:endParaRPr>
          </a:p>
          <a:p>
            <a:pPr indent="0" lvl="0" marL="0" rtl="0" algn="l">
              <a:spcBef>
                <a:spcPts val="0"/>
              </a:spcBef>
              <a:spcAft>
                <a:spcPts val="0"/>
              </a:spcAft>
              <a:buNone/>
            </a:pPr>
            <a:r>
              <a:t/>
            </a:r>
            <a:endParaRPr b="1" sz="500">
              <a:solidFill>
                <a:srgbClr val="FFFFFF"/>
              </a:solidFill>
              <a:latin typeface="DM Sans"/>
              <a:ea typeface="DM Sans"/>
              <a:cs typeface="DM Sans"/>
              <a:sym typeface="DM Sans"/>
            </a:endParaRPr>
          </a:p>
          <a:p>
            <a:pPr indent="0" lvl="0" marL="0" rtl="0" algn="l">
              <a:spcBef>
                <a:spcPts val="0"/>
              </a:spcBef>
              <a:spcAft>
                <a:spcPts val="0"/>
              </a:spcAft>
              <a:buNone/>
            </a:pPr>
            <a:r>
              <a:t/>
            </a:r>
            <a:endParaRPr b="1" sz="1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A) Reflective B) Disappointed C) Hopeful D) Dismissive</a:t>
            </a:r>
            <a:endParaRPr sz="2000">
              <a:solidFill>
                <a:srgbClr val="FFFFFF"/>
              </a:solidFill>
              <a:latin typeface="DM Sans"/>
              <a:ea typeface="DM Sans"/>
              <a:cs typeface="DM Sans"/>
              <a:sym typeface="DM Sans"/>
            </a:endParaRPr>
          </a:p>
        </p:txBody>
      </p:sp>
      <p:sp>
        <p:nvSpPr>
          <p:cNvPr id="400" name="Google Shape;400;p24"/>
          <p:cNvSpPr/>
          <p:nvPr/>
        </p:nvSpPr>
        <p:spPr>
          <a:xfrm>
            <a:off x="-3183383" y="4221000"/>
            <a:ext cx="12327381"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hyperbole cynical repetition</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25"/>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6" name="Google Shape;406;p25"/>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407" name="Google Shape;407;p25"/>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2</a:t>
            </a:r>
            <a:endParaRPr sz="4800">
              <a:latin typeface="Merriweather"/>
              <a:ea typeface="Merriweather"/>
              <a:cs typeface="Merriweather"/>
              <a:sym typeface="Merriweather"/>
            </a:endParaRPr>
          </a:p>
        </p:txBody>
      </p:sp>
      <p:pic>
        <p:nvPicPr>
          <p:cNvPr id="408" name="Google Shape;408;p25"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409" name="Google Shape;409;p25"/>
          <p:cNvSpPr txBox="1"/>
          <p:nvPr/>
        </p:nvSpPr>
        <p:spPr>
          <a:xfrm>
            <a:off x="523989" y="1593738"/>
            <a:ext cx="8175000" cy="24357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100">
                <a:solidFill>
                  <a:srgbClr val="FFFFFF"/>
                </a:solidFill>
                <a:latin typeface="DM Sans"/>
                <a:ea typeface="DM Sans"/>
                <a:cs typeface="DM Sans"/>
                <a:sym typeface="DM Sans"/>
              </a:rPr>
              <a:t>Though many hail the smartphone era as a triumph of innovation, the truth is more complicated. We are more connected than ever, yes, but also more distracted, isolated, and addicted to digital validation. This is progress with a price—and we’re just beginning to tally the cost.</a:t>
            </a:r>
            <a:endParaRPr sz="21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rPr b="1" lang="en" sz="2100">
                <a:solidFill>
                  <a:srgbClr val="FFFFFF"/>
                </a:solidFill>
                <a:latin typeface="DM Sans"/>
                <a:ea typeface="DM Sans"/>
                <a:cs typeface="DM Sans"/>
                <a:sym typeface="DM Sans"/>
              </a:rPr>
              <a:t>2. What best describes the author’s tone?</a:t>
            </a:r>
            <a:endParaRPr b="1" sz="2100">
              <a:solidFill>
                <a:srgbClr val="FFFFFF"/>
              </a:solidFill>
              <a:latin typeface="DM Sans"/>
              <a:ea typeface="DM Sans"/>
              <a:cs typeface="DM Sans"/>
              <a:sym typeface="DM Sans"/>
            </a:endParaRPr>
          </a:p>
          <a:p>
            <a:pPr indent="0" lvl="0" marL="0" rtl="0" algn="l">
              <a:spcBef>
                <a:spcPts val="0"/>
              </a:spcBef>
              <a:spcAft>
                <a:spcPts val="0"/>
              </a:spcAft>
              <a:buNone/>
            </a:pPr>
            <a:r>
              <a:t/>
            </a:r>
            <a:endParaRPr b="1" sz="500">
              <a:solidFill>
                <a:srgbClr val="FFFFFF"/>
              </a:solidFill>
              <a:latin typeface="DM Sans"/>
              <a:ea typeface="DM Sans"/>
              <a:cs typeface="DM Sans"/>
              <a:sym typeface="DM Sans"/>
            </a:endParaRPr>
          </a:p>
          <a:p>
            <a:pPr indent="0" lvl="0" marL="0" rtl="0" algn="l">
              <a:spcBef>
                <a:spcPts val="0"/>
              </a:spcBef>
              <a:spcAft>
                <a:spcPts val="0"/>
              </a:spcAft>
              <a:buNone/>
            </a:pPr>
            <a:r>
              <a:t/>
            </a:r>
            <a:endParaRPr b="1" sz="1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b="1" lang="en" sz="2000">
                <a:solidFill>
                  <a:srgbClr val="FFFFFF"/>
                </a:solidFill>
                <a:latin typeface="DM Sans"/>
                <a:ea typeface="DM Sans"/>
                <a:cs typeface="DM Sans"/>
                <a:sym typeface="DM Sans"/>
              </a:rPr>
              <a:t>A) Reflective</a:t>
            </a:r>
            <a:r>
              <a:rPr lang="en" sz="2000">
                <a:solidFill>
                  <a:srgbClr val="FFFFFF"/>
                </a:solidFill>
                <a:latin typeface="DM Sans"/>
                <a:ea typeface="DM Sans"/>
                <a:cs typeface="DM Sans"/>
                <a:sym typeface="DM Sans"/>
              </a:rPr>
              <a:t> B) Disappointed C) Hopeful D) Dismissive</a:t>
            </a:r>
            <a:endParaRPr sz="2000">
              <a:solidFill>
                <a:srgbClr val="FFFFFF"/>
              </a:solidFill>
              <a:latin typeface="DM Sans"/>
              <a:ea typeface="DM Sans"/>
              <a:cs typeface="DM Sans"/>
              <a:sym typeface="DM Sans"/>
            </a:endParaRPr>
          </a:p>
        </p:txBody>
      </p:sp>
      <p:sp>
        <p:nvSpPr>
          <p:cNvPr id="410" name="Google Shape;410;p25"/>
          <p:cNvSpPr/>
          <p:nvPr/>
        </p:nvSpPr>
        <p:spPr>
          <a:xfrm>
            <a:off x="-3183383" y="4221000"/>
            <a:ext cx="12327381"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hyperbole cynical repetition</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26"/>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6" name="Google Shape;416;p26"/>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417" name="Google Shape;417;p26"/>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3</a:t>
            </a:r>
            <a:endParaRPr sz="4800">
              <a:latin typeface="Merriweather"/>
              <a:ea typeface="Merriweather"/>
              <a:cs typeface="Merriweather"/>
              <a:sym typeface="Merriweather"/>
            </a:endParaRPr>
          </a:p>
        </p:txBody>
      </p:sp>
      <p:pic>
        <p:nvPicPr>
          <p:cNvPr id="418" name="Google Shape;418;p26"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419" name="Google Shape;419;p26"/>
          <p:cNvSpPr txBox="1"/>
          <p:nvPr/>
        </p:nvSpPr>
        <p:spPr>
          <a:xfrm>
            <a:off x="523989" y="1593738"/>
            <a:ext cx="8175000" cy="24357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100">
                <a:solidFill>
                  <a:srgbClr val="FFFFFF"/>
                </a:solidFill>
                <a:latin typeface="DM Sans"/>
                <a:ea typeface="DM Sans"/>
                <a:cs typeface="DM Sans"/>
                <a:sym typeface="DM Sans"/>
              </a:rPr>
              <a:t>Inventors of the so-called “revolutionary” device claimed it would change everything. In reality, it performed few functions well and often malfunctioned during crucial moments. Its glowing reviews, it turns out, were less a result of merit and more a consequence of clever marketing.</a:t>
            </a:r>
            <a:endParaRPr sz="21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rPr b="1" lang="en" sz="2100">
                <a:solidFill>
                  <a:srgbClr val="FFFFFF"/>
                </a:solidFill>
                <a:latin typeface="DM Sans"/>
                <a:ea typeface="DM Sans"/>
                <a:cs typeface="DM Sans"/>
                <a:sym typeface="DM Sans"/>
              </a:rPr>
              <a:t>3. What is the author’s tone toward the device?</a:t>
            </a:r>
            <a:endParaRPr b="1" sz="2100">
              <a:solidFill>
                <a:srgbClr val="FFFFFF"/>
              </a:solidFill>
              <a:latin typeface="DM Sans"/>
              <a:ea typeface="DM Sans"/>
              <a:cs typeface="DM Sans"/>
              <a:sym typeface="DM Sans"/>
            </a:endParaRPr>
          </a:p>
          <a:p>
            <a:pPr indent="0" lvl="0" marL="0" rtl="0" algn="l">
              <a:spcBef>
                <a:spcPts val="0"/>
              </a:spcBef>
              <a:spcAft>
                <a:spcPts val="0"/>
              </a:spcAft>
              <a:buNone/>
            </a:pPr>
            <a:r>
              <a:t/>
            </a:r>
            <a:endParaRPr b="1" sz="500">
              <a:solidFill>
                <a:srgbClr val="FFFFFF"/>
              </a:solidFill>
              <a:latin typeface="DM Sans"/>
              <a:ea typeface="DM Sans"/>
              <a:cs typeface="DM Sans"/>
              <a:sym typeface="DM Sans"/>
            </a:endParaRPr>
          </a:p>
          <a:p>
            <a:pPr indent="0" lvl="0" marL="0" rtl="0" algn="l">
              <a:spcBef>
                <a:spcPts val="0"/>
              </a:spcBef>
              <a:spcAft>
                <a:spcPts val="0"/>
              </a:spcAft>
              <a:buNone/>
            </a:pPr>
            <a:r>
              <a:t/>
            </a:r>
            <a:endParaRPr b="1" sz="1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A) Grateful B) Amused C) Enthusiastic D) Skeptical</a:t>
            </a:r>
            <a:endParaRPr sz="2000">
              <a:solidFill>
                <a:srgbClr val="FFFFFF"/>
              </a:solidFill>
              <a:latin typeface="DM Sans"/>
              <a:ea typeface="DM Sans"/>
              <a:cs typeface="DM Sans"/>
              <a:sym typeface="DM Sans"/>
            </a:endParaRPr>
          </a:p>
        </p:txBody>
      </p:sp>
      <p:sp>
        <p:nvSpPr>
          <p:cNvPr id="420" name="Google Shape;420;p26"/>
          <p:cNvSpPr/>
          <p:nvPr/>
        </p:nvSpPr>
        <p:spPr>
          <a:xfrm>
            <a:off x="-3183383" y="4221000"/>
            <a:ext cx="12327381"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hyperbole cynical repetition</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27"/>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6" name="Google Shape;426;p27"/>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427" name="Google Shape;427;p27"/>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3</a:t>
            </a:r>
            <a:endParaRPr sz="4800">
              <a:latin typeface="Merriweather"/>
              <a:ea typeface="Merriweather"/>
              <a:cs typeface="Merriweather"/>
              <a:sym typeface="Merriweather"/>
            </a:endParaRPr>
          </a:p>
        </p:txBody>
      </p:sp>
      <p:pic>
        <p:nvPicPr>
          <p:cNvPr id="428" name="Google Shape;428;p27"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429" name="Google Shape;429;p27"/>
          <p:cNvSpPr txBox="1"/>
          <p:nvPr/>
        </p:nvSpPr>
        <p:spPr>
          <a:xfrm>
            <a:off x="523989" y="1593738"/>
            <a:ext cx="8175000" cy="24357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100">
                <a:solidFill>
                  <a:srgbClr val="FFFFFF"/>
                </a:solidFill>
                <a:latin typeface="DM Sans"/>
                <a:ea typeface="DM Sans"/>
                <a:cs typeface="DM Sans"/>
                <a:sym typeface="DM Sans"/>
              </a:rPr>
              <a:t>Inventors of the so-called “revolutionary” device claimed it would change everything. In reality, it performed few functions well and often malfunctioned during crucial moments. Its glowing reviews, it turns out, were less a result of merit and more a consequence of clever marketing.</a:t>
            </a:r>
            <a:endParaRPr sz="21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rPr b="1" lang="en" sz="2100">
                <a:solidFill>
                  <a:srgbClr val="FFFFFF"/>
                </a:solidFill>
                <a:latin typeface="DM Sans"/>
                <a:ea typeface="DM Sans"/>
                <a:cs typeface="DM Sans"/>
                <a:sym typeface="DM Sans"/>
              </a:rPr>
              <a:t>3. What is the author’s tone toward the device?</a:t>
            </a:r>
            <a:endParaRPr b="1" sz="2100">
              <a:solidFill>
                <a:srgbClr val="FFFFFF"/>
              </a:solidFill>
              <a:latin typeface="DM Sans"/>
              <a:ea typeface="DM Sans"/>
              <a:cs typeface="DM Sans"/>
              <a:sym typeface="DM Sans"/>
            </a:endParaRPr>
          </a:p>
          <a:p>
            <a:pPr indent="0" lvl="0" marL="0" rtl="0" algn="l">
              <a:spcBef>
                <a:spcPts val="0"/>
              </a:spcBef>
              <a:spcAft>
                <a:spcPts val="0"/>
              </a:spcAft>
              <a:buNone/>
            </a:pPr>
            <a:r>
              <a:t/>
            </a:r>
            <a:endParaRPr b="1" sz="500">
              <a:solidFill>
                <a:srgbClr val="FFFFFF"/>
              </a:solidFill>
              <a:latin typeface="DM Sans"/>
              <a:ea typeface="DM Sans"/>
              <a:cs typeface="DM Sans"/>
              <a:sym typeface="DM Sans"/>
            </a:endParaRPr>
          </a:p>
          <a:p>
            <a:pPr indent="0" lvl="0" marL="0" rtl="0" algn="l">
              <a:spcBef>
                <a:spcPts val="0"/>
              </a:spcBef>
              <a:spcAft>
                <a:spcPts val="0"/>
              </a:spcAft>
              <a:buNone/>
            </a:pPr>
            <a:r>
              <a:t/>
            </a:r>
            <a:endParaRPr b="1" sz="1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A) Grateful B) Amused C) Enthusiastic </a:t>
            </a:r>
            <a:r>
              <a:rPr b="1" lang="en" sz="2000">
                <a:solidFill>
                  <a:srgbClr val="FFFFFF"/>
                </a:solidFill>
                <a:latin typeface="DM Sans"/>
                <a:ea typeface="DM Sans"/>
                <a:cs typeface="DM Sans"/>
                <a:sym typeface="DM Sans"/>
              </a:rPr>
              <a:t>D) Skeptical</a:t>
            </a:r>
            <a:endParaRPr b="1" sz="2000">
              <a:solidFill>
                <a:srgbClr val="FFFFFF"/>
              </a:solidFill>
              <a:latin typeface="DM Sans"/>
              <a:ea typeface="DM Sans"/>
              <a:cs typeface="DM Sans"/>
              <a:sym typeface="DM Sans"/>
            </a:endParaRPr>
          </a:p>
        </p:txBody>
      </p:sp>
      <p:sp>
        <p:nvSpPr>
          <p:cNvPr id="430" name="Google Shape;430;p27"/>
          <p:cNvSpPr/>
          <p:nvPr/>
        </p:nvSpPr>
        <p:spPr>
          <a:xfrm>
            <a:off x="-3183383" y="4221000"/>
            <a:ext cx="12327381"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hyperbole cynical repetition</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28"/>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6" name="Google Shape;436;p28"/>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437" name="Google Shape;437;p28"/>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4</a:t>
            </a:r>
            <a:endParaRPr sz="4800">
              <a:latin typeface="Merriweather"/>
              <a:ea typeface="Merriweather"/>
              <a:cs typeface="Merriweather"/>
              <a:sym typeface="Merriweather"/>
            </a:endParaRPr>
          </a:p>
        </p:txBody>
      </p:sp>
      <p:pic>
        <p:nvPicPr>
          <p:cNvPr id="438" name="Google Shape;438;p28"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439" name="Google Shape;439;p28"/>
          <p:cNvSpPr txBox="1"/>
          <p:nvPr/>
        </p:nvSpPr>
        <p:spPr>
          <a:xfrm>
            <a:off x="523989" y="1593738"/>
            <a:ext cx="8175000" cy="23436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100">
                <a:solidFill>
                  <a:srgbClr val="FFFFFF"/>
                </a:solidFill>
                <a:latin typeface="DM Sans"/>
                <a:ea typeface="DM Sans"/>
                <a:cs typeface="DM Sans"/>
                <a:sym typeface="DM Sans"/>
              </a:rPr>
              <a:t>With every passing year, more forests vanish, more species disappear, and more promises from global leaders dissolve into empty pledges. Perhaps the real endangered species is accountability.</a:t>
            </a:r>
            <a:endParaRPr sz="21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rPr b="1" lang="en" sz="2100">
                <a:solidFill>
                  <a:srgbClr val="FFFFFF"/>
                </a:solidFill>
                <a:latin typeface="DM Sans"/>
                <a:ea typeface="DM Sans"/>
                <a:cs typeface="DM Sans"/>
                <a:sym typeface="DM Sans"/>
              </a:rPr>
              <a:t>4</a:t>
            </a:r>
            <a:r>
              <a:rPr b="1" lang="en" sz="2100">
                <a:solidFill>
                  <a:srgbClr val="FFFFFF"/>
                </a:solidFill>
                <a:latin typeface="DM Sans"/>
                <a:ea typeface="DM Sans"/>
                <a:cs typeface="DM Sans"/>
                <a:sym typeface="DM Sans"/>
              </a:rPr>
              <a:t>. </a:t>
            </a:r>
            <a:r>
              <a:rPr b="1" lang="en" sz="2100">
                <a:solidFill>
                  <a:srgbClr val="FFFFFF"/>
                </a:solidFill>
                <a:latin typeface="DM Sans"/>
                <a:ea typeface="DM Sans"/>
                <a:cs typeface="DM Sans"/>
                <a:sym typeface="DM Sans"/>
              </a:rPr>
              <a:t>What best describes the author’s tone?</a:t>
            </a:r>
            <a:endParaRPr b="1" sz="2100">
              <a:solidFill>
                <a:srgbClr val="FFFFFF"/>
              </a:solidFill>
              <a:latin typeface="DM Sans"/>
              <a:ea typeface="DM Sans"/>
              <a:cs typeface="DM Sans"/>
              <a:sym typeface="DM Sans"/>
            </a:endParaRPr>
          </a:p>
          <a:p>
            <a:pPr indent="0" lvl="0" marL="0" rtl="0" algn="l">
              <a:spcBef>
                <a:spcPts val="0"/>
              </a:spcBef>
              <a:spcAft>
                <a:spcPts val="0"/>
              </a:spcAft>
              <a:buNone/>
            </a:pPr>
            <a:r>
              <a:t/>
            </a:r>
            <a:endParaRPr b="1" sz="500">
              <a:solidFill>
                <a:srgbClr val="FFFFFF"/>
              </a:solidFill>
              <a:latin typeface="DM Sans"/>
              <a:ea typeface="DM Sans"/>
              <a:cs typeface="DM Sans"/>
              <a:sym typeface="DM Sans"/>
            </a:endParaRPr>
          </a:p>
          <a:p>
            <a:pPr indent="0" lvl="0" marL="0" rtl="0" algn="l">
              <a:spcBef>
                <a:spcPts val="0"/>
              </a:spcBef>
              <a:spcAft>
                <a:spcPts val="0"/>
              </a:spcAft>
              <a:buNone/>
            </a:pPr>
            <a:r>
              <a:t/>
            </a:r>
            <a:endParaRPr b="1" sz="1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A) Angry B) Cynical C) Informative D) Sympathetic</a:t>
            </a:r>
            <a:endParaRPr b="1" sz="2000">
              <a:solidFill>
                <a:srgbClr val="FFFFFF"/>
              </a:solidFill>
              <a:latin typeface="DM Sans"/>
              <a:ea typeface="DM Sans"/>
              <a:cs typeface="DM Sans"/>
              <a:sym typeface="DM Sans"/>
            </a:endParaRPr>
          </a:p>
        </p:txBody>
      </p:sp>
      <p:sp>
        <p:nvSpPr>
          <p:cNvPr id="440" name="Google Shape;440;p28"/>
          <p:cNvSpPr/>
          <p:nvPr/>
        </p:nvSpPr>
        <p:spPr>
          <a:xfrm>
            <a:off x="-3183383" y="4221000"/>
            <a:ext cx="12327381"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hyperbole cynical repetition</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29"/>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6" name="Google Shape;446;p29"/>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447" name="Google Shape;447;p29"/>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4</a:t>
            </a:r>
            <a:endParaRPr sz="4800">
              <a:latin typeface="Merriweather"/>
              <a:ea typeface="Merriweather"/>
              <a:cs typeface="Merriweather"/>
              <a:sym typeface="Merriweather"/>
            </a:endParaRPr>
          </a:p>
        </p:txBody>
      </p:sp>
      <p:pic>
        <p:nvPicPr>
          <p:cNvPr id="448" name="Google Shape;448;p29"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449" name="Google Shape;449;p29"/>
          <p:cNvSpPr txBox="1"/>
          <p:nvPr/>
        </p:nvSpPr>
        <p:spPr>
          <a:xfrm>
            <a:off x="523989" y="1593738"/>
            <a:ext cx="8175000" cy="23436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100">
                <a:solidFill>
                  <a:srgbClr val="FFFFFF"/>
                </a:solidFill>
                <a:latin typeface="DM Sans"/>
                <a:ea typeface="DM Sans"/>
                <a:cs typeface="DM Sans"/>
                <a:sym typeface="DM Sans"/>
              </a:rPr>
              <a:t>With every passing year, more forests vanish, more species disappear, and more promises from global leaders dissolve into empty pledges. Perhaps the real endangered species is accountability.</a:t>
            </a:r>
            <a:endParaRPr sz="21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rPr b="1" lang="en" sz="2100">
                <a:solidFill>
                  <a:srgbClr val="FFFFFF"/>
                </a:solidFill>
                <a:latin typeface="DM Sans"/>
                <a:ea typeface="DM Sans"/>
                <a:cs typeface="DM Sans"/>
                <a:sym typeface="DM Sans"/>
              </a:rPr>
              <a:t>4. What best describes the author’s tone?</a:t>
            </a:r>
            <a:endParaRPr b="1" sz="2100">
              <a:solidFill>
                <a:srgbClr val="FFFFFF"/>
              </a:solidFill>
              <a:latin typeface="DM Sans"/>
              <a:ea typeface="DM Sans"/>
              <a:cs typeface="DM Sans"/>
              <a:sym typeface="DM Sans"/>
            </a:endParaRPr>
          </a:p>
          <a:p>
            <a:pPr indent="0" lvl="0" marL="0" rtl="0" algn="l">
              <a:spcBef>
                <a:spcPts val="0"/>
              </a:spcBef>
              <a:spcAft>
                <a:spcPts val="0"/>
              </a:spcAft>
              <a:buNone/>
            </a:pPr>
            <a:r>
              <a:t/>
            </a:r>
            <a:endParaRPr b="1" sz="500">
              <a:solidFill>
                <a:srgbClr val="FFFFFF"/>
              </a:solidFill>
              <a:latin typeface="DM Sans"/>
              <a:ea typeface="DM Sans"/>
              <a:cs typeface="DM Sans"/>
              <a:sym typeface="DM Sans"/>
            </a:endParaRPr>
          </a:p>
          <a:p>
            <a:pPr indent="0" lvl="0" marL="0" rtl="0" algn="l">
              <a:spcBef>
                <a:spcPts val="0"/>
              </a:spcBef>
              <a:spcAft>
                <a:spcPts val="0"/>
              </a:spcAft>
              <a:buNone/>
            </a:pPr>
            <a:r>
              <a:t/>
            </a:r>
            <a:endParaRPr b="1" sz="1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A) Angry </a:t>
            </a:r>
            <a:r>
              <a:rPr b="1" lang="en" sz="2000">
                <a:solidFill>
                  <a:srgbClr val="FFFFFF"/>
                </a:solidFill>
                <a:latin typeface="DM Sans"/>
                <a:ea typeface="DM Sans"/>
                <a:cs typeface="DM Sans"/>
                <a:sym typeface="DM Sans"/>
              </a:rPr>
              <a:t>B) Cynical</a:t>
            </a:r>
            <a:r>
              <a:rPr lang="en" sz="2000">
                <a:solidFill>
                  <a:srgbClr val="FFFFFF"/>
                </a:solidFill>
                <a:latin typeface="DM Sans"/>
                <a:ea typeface="DM Sans"/>
                <a:cs typeface="DM Sans"/>
                <a:sym typeface="DM Sans"/>
              </a:rPr>
              <a:t> C) Informative D) Sympathetic</a:t>
            </a:r>
            <a:endParaRPr b="1" sz="2000">
              <a:solidFill>
                <a:srgbClr val="FFFFFF"/>
              </a:solidFill>
              <a:latin typeface="DM Sans"/>
              <a:ea typeface="DM Sans"/>
              <a:cs typeface="DM Sans"/>
              <a:sym typeface="DM Sans"/>
            </a:endParaRPr>
          </a:p>
        </p:txBody>
      </p:sp>
      <p:sp>
        <p:nvSpPr>
          <p:cNvPr id="450" name="Google Shape;450;p29"/>
          <p:cNvSpPr/>
          <p:nvPr/>
        </p:nvSpPr>
        <p:spPr>
          <a:xfrm>
            <a:off x="-3183383" y="4221000"/>
            <a:ext cx="12327381"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hyperbole cynical repetition</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30"/>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6" name="Google Shape;456;p30"/>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457" name="Google Shape;457;p30"/>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5</a:t>
            </a:r>
            <a:endParaRPr sz="4800">
              <a:latin typeface="Merriweather"/>
              <a:ea typeface="Merriweather"/>
              <a:cs typeface="Merriweather"/>
              <a:sym typeface="Merriweather"/>
            </a:endParaRPr>
          </a:p>
        </p:txBody>
      </p:sp>
      <p:pic>
        <p:nvPicPr>
          <p:cNvPr id="458" name="Google Shape;458;p30"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459" name="Google Shape;459;p30"/>
          <p:cNvSpPr txBox="1"/>
          <p:nvPr/>
        </p:nvSpPr>
        <p:spPr>
          <a:xfrm>
            <a:off x="523989" y="1593738"/>
            <a:ext cx="8175000" cy="23436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100">
                <a:solidFill>
                  <a:srgbClr val="FFFFFF"/>
                </a:solidFill>
                <a:latin typeface="DM Sans"/>
                <a:ea typeface="DM Sans"/>
                <a:cs typeface="DM Sans"/>
                <a:sym typeface="DM Sans"/>
              </a:rPr>
              <a:t>The so-called “innovative” software was riddled with bugs from launch day. Users found it nearly impossible to navigate, and many gave up within hours. Yet somehow, the developers continued to praise its “intuitive design.”</a:t>
            </a:r>
            <a:endParaRPr sz="21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rPr b="1" lang="en" sz="2100">
                <a:solidFill>
                  <a:srgbClr val="FFFFFF"/>
                </a:solidFill>
                <a:latin typeface="DM Sans"/>
                <a:ea typeface="DM Sans"/>
                <a:cs typeface="DM Sans"/>
                <a:sym typeface="DM Sans"/>
              </a:rPr>
              <a:t>5</a:t>
            </a:r>
            <a:r>
              <a:rPr b="1" lang="en" sz="2100">
                <a:solidFill>
                  <a:srgbClr val="FFFFFF"/>
                </a:solidFill>
                <a:latin typeface="DM Sans"/>
                <a:ea typeface="DM Sans"/>
                <a:cs typeface="DM Sans"/>
                <a:sym typeface="DM Sans"/>
              </a:rPr>
              <a:t>. </a:t>
            </a:r>
            <a:r>
              <a:rPr b="1" lang="en" sz="2100">
                <a:solidFill>
                  <a:srgbClr val="FFFFFF"/>
                </a:solidFill>
                <a:latin typeface="DM Sans"/>
                <a:ea typeface="DM Sans"/>
                <a:cs typeface="DM Sans"/>
                <a:sym typeface="DM Sans"/>
              </a:rPr>
              <a:t>What is the author’s tone in the passage?</a:t>
            </a:r>
            <a:endParaRPr b="1" sz="2100">
              <a:solidFill>
                <a:srgbClr val="FFFFFF"/>
              </a:solidFill>
              <a:latin typeface="DM Sans"/>
              <a:ea typeface="DM Sans"/>
              <a:cs typeface="DM Sans"/>
              <a:sym typeface="DM Sans"/>
            </a:endParaRPr>
          </a:p>
          <a:p>
            <a:pPr indent="0" lvl="0" marL="0" rtl="0" algn="l">
              <a:spcBef>
                <a:spcPts val="0"/>
              </a:spcBef>
              <a:spcAft>
                <a:spcPts val="0"/>
              </a:spcAft>
              <a:buNone/>
            </a:pPr>
            <a:r>
              <a:t/>
            </a:r>
            <a:endParaRPr b="1" sz="500">
              <a:solidFill>
                <a:srgbClr val="FFFFFF"/>
              </a:solidFill>
              <a:latin typeface="DM Sans"/>
              <a:ea typeface="DM Sans"/>
              <a:cs typeface="DM Sans"/>
              <a:sym typeface="DM Sans"/>
            </a:endParaRPr>
          </a:p>
          <a:p>
            <a:pPr indent="0" lvl="0" marL="0" rtl="0" algn="l">
              <a:spcBef>
                <a:spcPts val="0"/>
              </a:spcBef>
              <a:spcAft>
                <a:spcPts val="0"/>
              </a:spcAft>
              <a:buNone/>
            </a:pPr>
            <a:r>
              <a:t/>
            </a:r>
            <a:endParaRPr b="1" sz="1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A) Hopeful B) Sarcastic C) Neutral D) Objective</a:t>
            </a:r>
            <a:endParaRPr b="1" sz="2000">
              <a:solidFill>
                <a:srgbClr val="FFFFFF"/>
              </a:solidFill>
              <a:latin typeface="DM Sans"/>
              <a:ea typeface="DM Sans"/>
              <a:cs typeface="DM Sans"/>
              <a:sym typeface="DM Sans"/>
            </a:endParaRPr>
          </a:p>
        </p:txBody>
      </p:sp>
      <p:sp>
        <p:nvSpPr>
          <p:cNvPr id="460" name="Google Shape;460;p30"/>
          <p:cNvSpPr/>
          <p:nvPr/>
        </p:nvSpPr>
        <p:spPr>
          <a:xfrm>
            <a:off x="-3183383" y="4221000"/>
            <a:ext cx="12327381"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hyperbole cynical repetition</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31"/>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6" name="Google Shape;466;p31"/>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467" name="Google Shape;467;p31"/>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5</a:t>
            </a:r>
            <a:endParaRPr sz="4800">
              <a:latin typeface="Merriweather"/>
              <a:ea typeface="Merriweather"/>
              <a:cs typeface="Merriweather"/>
              <a:sym typeface="Merriweather"/>
            </a:endParaRPr>
          </a:p>
        </p:txBody>
      </p:sp>
      <p:pic>
        <p:nvPicPr>
          <p:cNvPr id="468" name="Google Shape;468;p31"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469" name="Google Shape;469;p31"/>
          <p:cNvSpPr txBox="1"/>
          <p:nvPr/>
        </p:nvSpPr>
        <p:spPr>
          <a:xfrm>
            <a:off x="523989" y="1593738"/>
            <a:ext cx="8175000" cy="23436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100">
                <a:solidFill>
                  <a:srgbClr val="FFFFFF"/>
                </a:solidFill>
                <a:latin typeface="DM Sans"/>
                <a:ea typeface="DM Sans"/>
                <a:cs typeface="DM Sans"/>
                <a:sym typeface="DM Sans"/>
              </a:rPr>
              <a:t>The so-called “innovative” software was riddled with bugs from launch day. Users found it nearly impossible to navigate, and many gave up within hours. Yet somehow, the developers continued to praise its “intuitive design.”</a:t>
            </a:r>
            <a:endParaRPr sz="21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rPr b="1" lang="en" sz="2100">
                <a:solidFill>
                  <a:srgbClr val="FFFFFF"/>
                </a:solidFill>
                <a:latin typeface="DM Sans"/>
                <a:ea typeface="DM Sans"/>
                <a:cs typeface="DM Sans"/>
                <a:sym typeface="DM Sans"/>
              </a:rPr>
              <a:t>5. </a:t>
            </a:r>
            <a:r>
              <a:rPr b="1" lang="en" sz="2100">
                <a:solidFill>
                  <a:srgbClr val="FFFFFF"/>
                </a:solidFill>
                <a:latin typeface="DM Sans"/>
                <a:ea typeface="DM Sans"/>
                <a:cs typeface="DM Sans"/>
                <a:sym typeface="DM Sans"/>
              </a:rPr>
              <a:t>What is the author’s tone in the passage?</a:t>
            </a:r>
            <a:endParaRPr b="1" sz="2100">
              <a:solidFill>
                <a:srgbClr val="FFFFFF"/>
              </a:solidFill>
              <a:latin typeface="DM Sans"/>
              <a:ea typeface="DM Sans"/>
              <a:cs typeface="DM Sans"/>
              <a:sym typeface="DM Sans"/>
            </a:endParaRPr>
          </a:p>
          <a:p>
            <a:pPr indent="0" lvl="0" marL="0" rtl="0" algn="l">
              <a:spcBef>
                <a:spcPts val="0"/>
              </a:spcBef>
              <a:spcAft>
                <a:spcPts val="0"/>
              </a:spcAft>
              <a:buNone/>
            </a:pPr>
            <a:r>
              <a:t/>
            </a:r>
            <a:endParaRPr b="1" sz="500">
              <a:solidFill>
                <a:srgbClr val="FFFFFF"/>
              </a:solidFill>
              <a:latin typeface="DM Sans"/>
              <a:ea typeface="DM Sans"/>
              <a:cs typeface="DM Sans"/>
              <a:sym typeface="DM Sans"/>
            </a:endParaRPr>
          </a:p>
          <a:p>
            <a:pPr indent="0" lvl="0" marL="0" rtl="0" algn="l">
              <a:spcBef>
                <a:spcPts val="0"/>
              </a:spcBef>
              <a:spcAft>
                <a:spcPts val="0"/>
              </a:spcAft>
              <a:buNone/>
            </a:pPr>
            <a:r>
              <a:t/>
            </a:r>
            <a:endParaRPr b="1" sz="1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A) Hopeful</a:t>
            </a:r>
            <a:r>
              <a:rPr b="1" lang="en" sz="2000">
                <a:solidFill>
                  <a:srgbClr val="FFFFFF"/>
                </a:solidFill>
                <a:latin typeface="DM Sans"/>
                <a:ea typeface="DM Sans"/>
                <a:cs typeface="DM Sans"/>
                <a:sym typeface="DM Sans"/>
              </a:rPr>
              <a:t> B) Sarcastic</a:t>
            </a:r>
            <a:r>
              <a:rPr lang="en" sz="2000">
                <a:solidFill>
                  <a:srgbClr val="FFFFFF"/>
                </a:solidFill>
                <a:latin typeface="DM Sans"/>
                <a:ea typeface="DM Sans"/>
                <a:cs typeface="DM Sans"/>
                <a:sym typeface="DM Sans"/>
              </a:rPr>
              <a:t> C) Neutral D) Objective</a:t>
            </a:r>
            <a:endParaRPr b="1" sz="2000">
              <a:solidFill>
                <a:srgbClr val="FFFFFF"/>
              </a:solidFill>
              <a:latin typeface="DM Sans"/>
              <a:ea typeface="DM Sans"/>
              <a:cs typeface="DM Sans"/>
              <a:sym typeface="DM Sans"/>
            </a:endParaRPr>
          </a:p>
        </p:txBody>
      </p:sp>
      <p:sp>
        <p:nvSpPr>
          <p:cNvPr id="470" name="Google Shape;470;p31"/>
          <p:cNvSpPr/>
          <p:nvPr/>
        </p:nvSpPr>
        <p:spPr>
          <a:xfrm>
            <a:off x="-3183383" y="4221000"/>
            <a:ext cx="12327381"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hyperbole cynical repetition</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32"/>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6" name="Google Shape;476;p32"/>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477" name="Google Shape;477;p32"/>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6</a:t>
            </a:r>
            <a:endParaRPr sz="4800">
              <a:latin typeface="Merriweather"/>
              <a:ea typeface="Merriweather"/>
              <a:cs typeface="Merriweather"/>
              <a:sym typeface="Merriweather"/>
            </a:endParaRPr>
          </a:p>
        </p:txBody>
      </p:sp>
      <p:pic>
        <p:nvPicPr>
          <p:cNvPr id="478" name="Google Shape;478;p32"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479" name="Google Shape;479;p32"/>
          <p:cNvSpPr txBox="1"/>
          <p:nvPr/>
        </p:nvSpPr>
        <p:spPr>
          <a:xfrm>
            <a:off x="523989" y="1593738"/>
            <a:ext cx="8175000" cy="22665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 sz="2100">
                <a:solidFill>
                  <a:schemeClr val="lt1"/>
                </a:solidFill>
                <a:latin typeface="DM Sans"/>
                <a:ea typeface="DM Sans"/>
                <a:cs typeface="DM Sans"/>
                <a:sym typeface="DM Sans"/>
              </a:rPr>
              <a:t>Despite the artist’s growing popularity online, his early work remains overlooked. Raw, powerful, and unapologetically experimental, these pieces challenge viewers far more than his recent, polished creations.</a:t>
            </a:r>
            <a:endParaRPr sz="21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rPr b="1" lang="en" sz="2100">
                <a:solidFill>
                  <a:srgbClr val="FFFFFF"/>
                </a:solidFill>
                <a:latin typeface="DM Sans"/>
                <a:ea typeface="DM Sans"/>
                <a:cs typeface="DM Sans"/>
                <a:sym typeface="DM Sans"/>
              </a:rPr>
              <a:t>6</a:t>
            </a:r>
            <a:r>
              <a:rPr b="1" lang="en" sz="2100">
                <a:solidFill>
                  <a:srgbClr val="FFFFFF"/>
                </a:solidFill>
                <a:latin typeface="DM Sans"/>
                <a:ea typeface="DM Sans"/>
                <a:cs typeface="DM Sans"/>
                <a:sym typeface="DM Sans"/>
              </a:rPr>
              <a:t>. What is the author’s tone toward the artist’s early work?</a:t>
            </a:r>
            <a:endParaRPr b="1" sz="500">
              <a:solidFill>
                <a:srgbClr val="FFFFFF"/>
              </a:solidFill>
              <a:latin typeface="DM Sans"/>
              <a:ea typeface="DM Sans"/>
              <a:cs typeface="DM Sans"/>
              <a:sym typeface="DM Sans"/>
            </a:endParaRPr>
          </a:p>
          <a:p>
            <a:pPr indent="0" lvl="0" marL="0" rtl="0" algn="l">
              <a:spcBef>
                <a:spcPts val="0"/>
              </a:spcBef>
              <a:spcAft>
                <a:spcPts val="0"/>
              </a:spcAft>
              <a:buNone/>
            </a:pPr>
            <a:r>
              <a:t/>
            </a:r>
            <a:endParaRPr b="1" sz="1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A) Critical B) Admiring C) Indifferent D) Neutral</a:t>
            </a:r>
            <a:endParaRPr b="1" sz="2000">
              <a:solidFill>
                <a:srgbClr val="FFFFFF"/>
              </a:solidFill>
              <a:latin typeface="DM Sans"/>
              <a:ea typeface="DM Sans"/>
              <a:cs typeface="DM Sans"/>
              <a:sym typeface="DM Sans"/>
            </a:endParaRPr>
          </a:p>
        </p:txBody>
      </p:sp>
      <p:sp>
        <p:nvSpPr>
          <p:cNvPr id="480" name="Google Shape;480;p32"/>
          <p:cNvSpPr/>
          <p:nvPr/>
        </p:nvSpPr>
        <p:spPr>
          <a:xfrm>
            <a:off x="-3183383" y="4221000"/>
            <a:ext cx="12327381"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hyperbole cynical repetition</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33"/>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6" name="Google Shape;486;p33"/>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487" name="Google Shape;487;p33"/>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6</a:t>
            </a:r>
            <a:endParaRPr sz="4800">
              <a:latin typeface="Merriweather"/>
              <a:ea typeface="Merriweather"/>
              <a:cs typeface="Merriweather"/>
              <a:sym typeface="Merriweather"/>
            </a:endParaRPr>
          </a:p>
        </p:txBody>
      </p:sp>
      <p:pic>
        <p:nvPicPr>
          <p:cNvPr id="488" name="Google Shape;488;p33"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489" name="Google Shape;489;p33"/>
          <p:cNvSpPr txBox="1"/>
          <p:nvPr/>
        </p:nvSpPr>
        <p:spPr>
          <a:xfrm>
            <a:off x="523989" y="1593738"/>
            <a:ext cx="8175000" cy="22665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100">
                <a:solidFill>
                  <a:schemeClr val="lt1"/>
                </a:solidFill>
                <a:latin typeface="DM Sans"/>
                <a:ea typeface="DM Sans"/>
                <a:cs typeface="DM Sans"/>
                <a:sym typeface="DM Sans"/>
              </a:rPr>
              <a:t>Despite the artist’s growing popularity online, his early work remains overlooked. Raw, powerful, and unapologetically experimental, these pieces challenge viewers far more than his recent, polished creations.</a:t>
            </a:r>
            <a:endParaRPr sz="21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rPr b="1" lang="en" sz="2100">
                <a:solidFill>
                  <a:srgbClr val="FFFFFF"/>
                </a:solidFill>
                <a:latin typeface="DM Sans"/>
                <a:ea typeface="DM Sans"/>
                <a:cs typeface="DM Sans"/>
                <a:sym typeface="DM Sans"/>
              </a:rPr>
              <a:t>6. What is the author’s tone toward the artist’s early work?</a:t>
            </a:r>
            <a:endParaRPr b="1" sz="500">
              <a:solidFill>
                <a:srgbClr val="FFFFFF"/>
              </a:solidFill>
              <a:latin typeface="DM Sans"/>
              <a:ea typeface="DM Sans"/>
              <a:cs typeface="DM Sans"/>
              <a:sym typeface="DM Sans"/>
            </a:endParaRPr>
          </a:p>
          <a:p>
            <a:pPr indent="0" lvl="0" marL="0" rtl="0" algn="l">
              <a:spcBef>
                <a:spcPts val="0"/>
              </a:spcBef>
              <a:spcAft>
                <a:spcPts val="0"/>
              </a:spcAft>
              <a:buNone/>
            </a:pPr>
            <a:r>
              <a:t/>
            </a:r>
            <a:endParaRPr b="1" sz="1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A) Critical </a:t>
            </a:r>
            <a:r>
              <a:rPr b="1" lang="en" sz="2000">
                <a:solidFill>
                  <a:srgbClr val="FFFFFF"/>
                </a:solidFill>
                <a:latin typeface="DM Sans"/>
                <a:ea typeface="DM Sans"/>
                <a:cs typeface="DM Sans"/>
                <a:sym typeface="DM Sans"/>
              </a:rPr>
              <a:t>B) Admiring</a:t>
            </a:r>
            <a:r>
              <a:rPr lang="en" sz="2000">
                <a:solidFill>
                  <a:srgbClr val="FFFFFF"/>
                </a:solidFill>
                <a:latin typeface="DM Sans"/>
                <a:ea typeface="DM Sans"/>
                <a:cs typeface="DM Sans"/>
                <a:sym typeface="DM Sans"/>
              </a:rPr>
              <a:t> C) Indifferent D) Neutral</a:t>
            </a:r>
            <a:endParaRPr b="1" sz="2000">
              <a:solidFill>
                <a:srgbClr val="FFFFFF"/>
              </a:solidFill>
              <a:latin typeface="DM Sans"/>
              <a:ea typeface="DM Sans"/>
              <a:cs typeface="DM Sans"/>
              <a:sym typeface="DM Sans"/>
            </a:endParaRPr>
          </a:p>
        </p:txBody>
      </p:sp>
      <p:sp>
        <p:nvSpPr>
          <p:cNvPr id="490" name="Google Shape;490;p33"/>
          <p:cNvSpPr/>
          <p:nvPr/>
        </p:nvSpPr>
        <p:spPr>
          <a:xfrm>
            <a:off x="-3183383" y="4221000"/>
            <a:ext cx="12327381"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hyperbole cynical repetition</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34"/>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6" name="Google Shape;496;p34"/>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497" name="Google Shape;497;p34"/>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7</a:t>
            </a:r>
            <a:endParaRPr sz="4800">
              <a:latin typeface="Merriweather"/>
              <a:ea typeface="Merriweather"/>
              <a:cs typeface="Merriweather"/>
              <a:sym typeface="Merriweather"/>
            </a:endParaRPr>
          </a:p>
        </p:txBody>
      </p:sp>
      <p:pic>
        <p:nvPicPr>
          <p:cNvPr id="498" name="Google Shape;498;p34"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499" name="Google Shape;499;p34"/>
          <p:cNvSpPr txBox="1"/>
          <p:nvPr/>
        </p:nvSpPr>
        <p:spPr>
          <a:xfrm>
            <a:off x="523989" y="1593738"/>
            <a:ext cx="8175000" cy="22665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100">
                <a:solidFill>
                  <a:schemeClr val="lt1"/>
                </a:solidFill>
                <a:latin typeface="DM Sans"/>
                <a:ea typeface="DM Sans"/>
                <a:cs typeface="DM Sans"/>
                <a:sym typeface="DM Sans"/>
              </a:rPr>
              <a:t>Each new update claims to fix previous issues, but somehow creates more problems. If progress means spending twice the time for half the results, then this is a true technological marvel indeed.</a:t>
            </a:r>
            <a:endParaRPr sz="21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rPr b="1" lang="en" sz="2100">
                <a:solidFill>
                  <a:srgbClr val="FFFFFF"/>
                </a:solidFill>
                <a:latin typeface="DM Sans"/>
                <a:ea typeface="DM Sans"/>
                <a:cs typeface="DM Sans"/>
                <a:sym typeface="DM Sans"/>
              </a:rPr>
              <a:t>7</a:t>
            </a:r>
            <a:r>
              <a:rPr b="1" lang="en" sz="2100">
                <a:solidFill>
                  <a:srgbClr val="FFFFFF"/>
                </a:solidFill>
                <a:latin typeface="DM Sans"/>
                <a:ea typeface="DM Sans"/>
                <a:cs typeface="DM Sans"/>
                <a:sym typeface="DM Sans"/>
              </a:rPr>
              <a:t>. What is the author’s tone?</a:t>
            </a:r>
            <a:endParaRPr b="1" sz="500">
              <a:solidFill>
                <a:srgbClr val="FFFFFF"/>
              </a:solidFill>
              <a:latin typeface="DM Sans"/>
              <a:ea typeface="DM Sans"/>
              <a:cs typeface="DM Sans"/>
              <a:sym typeface="DM Sans"/>
            </a:endParaRPr>
          </a:p>
          <a:p>
            <a:pPr indent="0" lvl="0" marL="0" rtl="0" algn="l">
              <a:spcBef>
                <a:spcPts val="0"/>
              </a:spcBef>
              <a:spcAft>
                <a:spcPts val="0"/>
              </a:spcAft>
              <a:buNone/>
            </a:pPr>
            <a:r>
              <a:t/>
            </a:r>
            <a:endParaRPr b="1" sz="1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A) Cynical B) Curious C) Grateful D) Reflective</a:t>
            </a:r>
            <a:endParaRPr b="1" sz="2000">
              <a:solidFill>
                <a:srgbClr val="FFFFFF"/>
              </a:solidFill>
              <a:latin typeface="DM Sans"/>
              <a:ea typeface="DM Sans"/>
              <a:cs typeface="DM Sans"/>
              <a:sym typeface="DM Sans"/>
            </a:endParaRPr>
          </a:p>
        </p:txBody>
      </p:sp>
      <p:sp>
        <p:nvSpPr>
          <p:cNvPr id="500" name="Google Shape;500;p34"/>
          <p:cNvSpPr/>
          <p:nvPr/>
        </p:nvSpPr>
        <p:spPr>
          <a:xfrm>
            <a:off x="-3183383" y="4221000"/>
            <a:ext cx="12327381"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hyperbole cynical repetition</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35"/>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6" name="Google Shape;506;p35"/>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507" name="Google Shape;507;p35"/>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7</a:t>
            </a:r>
            <a:endParaRPr sz="4800">
              <a:latin typeface="Merriweather"/>
              <a:ea typeface="Merriweather"/>
              <a:cs typeface="Merriweather"/>
              <a:sym typeface="Merriweather"/>
            </a:endParaRPr>
          </a:p>
        </p:txBody>
      </p:sp>
      <p:pic>
        <p:nvPicPr>
          <p:cNvPr id="508" name="Google Shape;508;p35"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509" name="Google Shape;509;p35"/>
          <p:cNvSpPr txBox="1"/>
          <p:nvPr/>
        </p:nvSpPr>
        <p:spPr>
          <a:xfrm>
            <a:off x="523989" y="1593738"/>
            <a:ext cx="8175000" cy="22665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100">
                <a:solidFill>
                  <a:schemeClr val="lt1"/>
                </a:solidFill>
                <a:latin typeface="DM Sans"/>
                <a:ea typeface="DM Sans"/>
                <a:cs typeface="DM Sans"/>
                <a:sym typeface="DM Sans"/>
              </a:rPr>
              <a:t>Each new update claims to fix previous issues, but somehow creates more problems. If progress means spending twice the time for half the results, then this is a true technological marvel indeed.</a:t>
            </a:r>
            <a:endParaRPr sz="21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rPr b="1" lang="en" sz="2100">
                <a:solidFill>
                  <a:srgbClr val="FFFFFF"/>
                </a:solidFill>
                <a:latin typeface="DM Sans"/>
                <a:ea typeface="DM Sans"/>
                <a:cs typeface="DM Sans"/>
                <a:sym typeface="DM Sans"/>
              </a:rPr>
              <a:t>7. What is the author’s tone?</a:t>
            </a:r>
            <a:endParaRPr b="1" sz="500">
              <a:solidFill>
                <a:srgbClr val="FFFFFF"/>
              </a:solidFill>
              <a:latin typeface="DM Sans"/>
              <a:ea typeface="DM Sans"/>
              <a:cs typeface="DM Sans"/>
              <a:sym typeface="DM Sans"/>
            </a:endParaRPr>
          </a:p>
          <a:p>
            <a:pPr indent="0" lvl="0" marL="0" rtl="0" algn="l">
              <a:spcBef>
                <a:spcPts val="0"/>
              </a:spcBef>
              <a:spcAft>
                <a:spcPts val="0"/>
              </a:spcAft>
              <a:buNone/>
            </a:pPr>
            <a:r>
              <a:t/>
            </a:r>
            <a:endParaRPr b="1" sz="1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b="1" lang="en" sz="2000">
                <a:solidFill>
                  <a:srgbClr val="FFFFFF"/>
                </a:solidFill>
                <a:latin typeface="DM Sans"/>
                <a:ea typeface="DM Sans"/>
                <a:cs typeface="DM Sans"/>
                <a:sym typeface="DM Sans"/>
              </a:rPr>
              <a:t>A) Cynical</a:t>
            </a:r>
            <a:r>
              <a:rPr lang="en" sz="2000">
                <a:solidFill>
                  <a:srgbClr val="FFFFFF"/>
                </a:solidFill>
                <a:latin typeface="DM Sans"/>
                <a:ea typeface="DM Sans"/>
                <a:cs typeface="DM Sans"/>
                <a:sym typeface="DM Sans"/>
              </a:rPr>
              <a:t> B) Curious C) Grateful D) Reflective</a:t>
            </a:r>
            <a:endParaRPr b="1" sz="2000">
              <a:solidFill>
                <a:srgbClr val="FFFFFF"/>
              </a:solidFill>
              <a:latin typeface="DM Sans"/>
              <a:ea typeface="DM Sans"/>
              <a:cs typeface="DM Sans"/>
              <a:sym typeface="DM Sans"/>
            </a:endParaRPr>
          </a:p>
        </p:txBody>
      </p:sp>
      <p:sp>
        <p:nvSpPr>
          <p:cNvPr id="510" name="Google Shape;510;p35"/>
          <p:cNvSpPr/>
          <p:nvPr/>
        </p:nvSpPr>
        <p:spPr>
          <a:xfrm>
            <a:off x="-3183383" y="4221000"/>
            <a:ext cx="12327381"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hyperbole cynical repetition</a:t>
            </a: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36"/>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6" name="Google Shape;516;p36"/>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517" name="Google Shape;517;p36"/>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7</a:t>
            </a:r>
            <a:endParaRPr sz="4800">
              <a:latin typeface="Merriweather"/>
              <a:ea typeface="Merriweather"/>
              <a:cs typeface="Merriweather"/>
              <a:sym typeface="Merriweather"/>
            </a:endParaRPr>
          </a:p>
        </p:txBody>
      </p:sp>
      <p:pic>
        <p:nvPicPr>
          <p:cNvPr id="518" name="Google Shape;518;p36"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519" name="Google Shape;519;p36"/>
          <p:cNvSpPr txBox="1"/>
          <p:nvPr/>
        </p:nvSpPr>
        <p:spPr>
          <a:xfrm>
            <a:off x="523989" y="1593738"/>
            <a:ext cx="8175000" cy="21741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100">
                <a:solidFill>
                  <a:schemeClr val="lt1"/>
                </a:solidFill>
                <a:latin typeface="DM Sans"/>
                <a:ea typeface="DM Sans"/>
                <a:cs typeface="DM Sans"/>
                <a:sym typeface="DM Sans"/>
              </a:rPr>
              <a:t>While the idea behind the campaign was admirable, its execution lacked depth and planning. Unfortunately, well-meaning intentions don’t always translate into meaningful results.</a:t>
            </a:r>
            <a:endParaRPr sz="21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rPr b="1" lang="en" sz="2100">
                <a:solidFill>
                  <a:srgbClr val="FFFFFF"/>
                </a:solidFill>
                <a:latin typeface="DM Sans"/>
                <a:ea typeface="DM Sans"/>
                <a:cs typeface="DM Sans"/>
                <a:sym typeface="DM Sans"/>
              </a:rPr>
              <a:t>7. What is the author’s tone?</a:t>
            </a:r>
            <a:endParaRPr b="1" sz="500">
              <a:solidFill>
                <a:srgbClr val="FFFFFF"/>
              </a:solidFill>
              <a:latin typeface="DM Sans"/>
              <a:ea typeface="DM Sans"/>
              <a:cs typeface="DM Sans"/>
              <a:sym typeface="DM Sans"/>
            </a:endParaRPr>
          </a:p>
          <a:p>
            <a:pPr indent="0" lvl="0" marL="0" rtl="0" algn="l">
              <a:spcBef>
                <a:spcPts val="0"/>
              </a:spcBef>
              <a:spcAft>
                <a:spcPts val="0"/>
              </a:spcAft>
              <a:buNone/>
            </a:pPr>
            <a:r>
              <a:t/>
            </a:r>
            <a:endParaRPr b="1" sz="1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A) Dismissive B) Sympathetic C) Disappointed D) Playful</a:t>
            </a:r>
            <a:endParaRPr sz="2000">
              <a:solidFill>
                <a:srgbClr val="FFFFFF"/>
              </a:solidFill>
              <a:latin typeface="DM Sans"/>
              <a:ea typeface="DM Sans"/>
              <a:cs typeface="DM Sans"/>
              <a:sym typeface="DM Sans"/>
            </a:endParaRPr>
          </a:p>
        </p:txBody>
      </p:sp>
      <p:sp>
        <p:nvSpPr>
          <p:cNvPr id="520" name="Google Shape;520;p36"/>
          <p:cNvSpPr/>
          <p:nvPr/>
        </p:nvSpPr>
        <p:spPr>
          <a:xfrm>
            <a:off x="-3183383" y="4221000"/>
            <a:ext cx="12327381"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hyperbole cynical repetition</a:t>
            </a: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37"/>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6" name="Google Shape;526;p37"/>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527" name="Google Shape;527;p37"/>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7</a:t>
            </a:r>
            <a:endParaRPr sz="4800">
              <a:latin typeface="Merriweather"/>
              <a:ea typeface="Merriweather"/>
              <a:cs typeface="Merriweather"/>
              <a:sym typeface="Merriweather"/>
            </a:endParaRPr>
          </a:p>
        </p:txBody>
      </p:sp>
      <p:pic>
        <p:nvPicPr>
          <p:cNvPr id="528" name="Google Shape;528;p37"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529" name="Google Shape;529;p37"/>
          <p:cNvSpPr txBox="1"/>
          <p:nvPr/>
        </p:nvSpPr>
        <p:spPr>
          <a:xfrm>
            <a:off x="523989" y="1593738"/>
            <a:ext cx="8175000" cy="21741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100">
                <a:solidFill>
                  <a:schemeClr val="lt1"/>
                </a:solidFill>
                <a:latin typeface="DM Sans"/>
                <a:ea typeface="DM Sans"/>
                <a:cs typeface="DM Sans"/>
                <a:sym typeface="DM Sans"/>
              </a:rPr>
              <a:t>While the idea behind the campaign was admirable, its execution lacked depth and planning. Unfortunately, well-meaning intentions don’t always translate into meaningful results.</a:t>
            </a:r>
            <a:endParaRPr sz="21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rPr b="1" lang="en" sz="2100">
                <a:solidFill>
                  <a:srgbClr val="FFFFFF"/>
                </a:solidFill>
                <a:latin typeface="DM Sans"/>
                <a:ea typeface="DM Sans"/>
                <a:cs typeface="DM Sans"/>
                <a:sym typeface="DM Sans"/>
              </a:rPr>
              <a:t>7. What is the author’s tone?</a:t>
            </a:r>
            <a:endParaRPr b="1" sz="500">
              <a:solidFill>
                <a:srgbClr val="FFFFFF"/>
              </a:solidFill>
              <a:latin typeface="DM Sans"/>
              <a:ea typeface="DM Sans"/>
              <a:cs typeface="DM Sans"/>
              <a:sym typeface="DM Sans"/>
            </a:endParaRPr>
          </a:p>
          <a:p>
            <a:pPr indent="0" lvl="0" marL="0" rtl="0" algn="l">
              <a:spcBef>
                <a:spcPts val="0"/>
              </a:spcBef>
              <a:spcAft>
                <a:spcPts val="0"/>
              </a:spcAft>
              <a:buNone/>
            </a:pPr>
            <a:r>
              <a:t/>
            </a:r>
            <a:endParaRPr b="1" sz="1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2000">
                <a:solidFill>
                  <a:srgbClr val="FFFFFF"/>
                </a:solidFill>
                <a:latin typeface="DM Sans"/>
                <a:ea typeface="DM Sans"/>
                <a:cs typeface="DM Sans"/>
                <a:sym typeface="DM Sans"/>
              </a:rPr>
              <a:t>A) Dismissive B) Sympathetic </a:t>
            </a:r>
            <a:r>
              <a:rPr b="1" lang="en" sz="2000">
                <a:solidFill>
                  <a:srgbClr val="FFFFFF"/>
                </a:solidFill>
                <a:latin typeface="DM Sans"/>
                <a:ea typeface="DM Sans"/>
                <a:cs typeface="DM Sans"/>
                <a:sym typeface="DM Sans"/>
              </a:rPr>
              <a:t>C) Disappointed</a:t>
            </a:r>
            <a:r>
              <a:rPr lang="en" sz="2000">
                <a:solidFill>
                  <a:srgbClr val="FFFFFF"/>
                </a:solidFill>
                <a:latin typeface="DM Sans"/>
                <a:ea typeface="DM Sans"/>
                <a:cs typeface="DM Sans"/>
                <a:sym typeface="DM Sans"/>
              </a:rPr>
              <a:t> D) Playful</a:t>
            </a:r>
            <a:endParaRPr sz="2000">
              <a:solidFill>
                <a:srgbClr val="FFFFFF"/>
              </a:solidFill>
              <a:latin typeface="DM Sans"/>
              <a:ea typeface="DM Sans"/>
              <a:cs typeface="DM Sans"/>
              <a:sym typeface="DM Sans"/>
            </a:endParaRPr>
          </a:p>
        </p:txBody>
      </p:sp>
      <p:sp>
        <p:nvSpPr>
          <p:cNvPr id="530" name="Google Shape;530;p37"/>
          <p:cNvSpPr/>
          <p:nvPr/>
        </p:nvSpPr>
        <p:spPr>
          <a:xfrm>
            <a:off x="-3183383" y="4221000"/>
            <a:ext cx="12327381"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hyperbole cynical repetition</a:t>
            </a: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38"/>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6" name="Google Shape;536;p38"/>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537" name="Google Shape;537;p38"/>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8</a:t>
            </a:r>
            <a:endParaRPr sz="4800">
              <a:latin typeface="Merriweather"/>
              <a:ea typeface="Merriweather"/>
              <a:cs typeface="Merriweather"/>
              <a:sym typeface="Merriweather"/>
            </a:endParaRPr>
          </a:p>
        </p:txBody>
      </p:sp>
      <p:pic>
        <p:nvPicPr>
          <p:cNvPr id="538" name="Google Shape;538;p38"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539" name="Google Shape;539;p38"/>
          <p:cNvSpPr/>
          <p:nvPr/>
        </p:nvSpPr>
        <p:spPr>
          <a:xfrm>
            <a:off x="-3183383" y="4221000"/>
            <a:ext cx="12327381"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hyperbole cynical repetition</a:t>
            </a:r>
          </a:p>
        </p:txBody>
      </p:sp>
      <p:sp>
        <p:nvSpPr>
          <p:cNvPr id="540" name="Google Shape;540;p38"/>
          <p:cNvSpPr txBox="1"/>
          <p:nvPr/>
        </p:nvSpPr>
        <p:spPr>
          <a:xfrm>
            <a:off x="523989" y="1593738"/>
            <a:ext cx="8175000" cy="20133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solidFill>
                  <a:srgbClr val="FFFFFF"/>
                </a:solidFill>
                <a:latin typeface="DM Sans"/>
                <a:ea typeface="DM Sans"/>
                <a:cs typeface="DM Sans"/>
                <a:sym typeface="DM Sans"/>
              </a:rPr>
              <a:t>8</a:t>
            </a:r>
            <a:r>
              <a:rPr b="1" lang="en" sz="2400">
                <a:solidFill>
                  <a:srgbClr val="FFFFFF"/>
                </a:solidFill>
                <a:latin typeface="DM Sans"/>
                <a:ea typeface="DM Sans"/>
                <a:cs typeface="DM Sans"/>
                <a:sym typeface="DM Sans"/>
              </a:rPr>
              <a:t>. Choose the word with a </a:t>
            </a:r>
            <a:r>
              <a:rPr b="1" lang="en" sz="2400">
                <a:solidFill>
                  <a:srgbClr val="FFFFFF"/>
                </a:solidFill>
                <a:latin typeface="DM Sans"/>
                <a:ea typeface="DM Sans"/>
                <a:cs typeface="DM Sans"/>
                <a:sym typeface="DM Sans"/>
              </a:rPr>
              <a:t>positive</a:t>
            </a:r>
            <a:r>
              <a:rPr b="1" lang="en" sz="2400">
                <a:solidFill>
                  <a:srgbClr val="FFFFFF"/>
                </a:solidFill>
                <a:latin typeface="DM Sans"/>
                <a:ea typeface="DM Sans"/>
                <a:cs typeface="DM Sans"/>
                <a:sym typeface="DM Sans"/>
              </a:rPr>
              <a:t> connotation:</a:t>
            </a:r>
            <a:endParaRPr b="1" sz="24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2400">
                <a:solidFill>
                  <a:srgbClr val="FFFFFF"/>
                </a:solidFill>
                <a:latin typeface="DM Sans"/>
                <a:ea typeface="DM Sans"/>
                <a:cs typeface="DM Sans"/>
                <a:sym typeface="DM Sans"/>
              </a:rPr>
              <a:t>A) Bossy</a:t>
            </a:r>
            <a:endParaRPr sz="24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2400">
                <a:solidFill>
                  <a:srgbClr val="FFFFFF"/>
                </a:solidFill>
                <a:latin typeface="DM Sans"/>
                <a:ea typeface="DM Sans"/>
                <a:cs typeface="DM Sans"/>
                <a:sym typeface="DM Sans"/>
              </a:rPr>
              <a:t>B) Assertive</a:t>
            </a:r>
            <a:endParaRPr sz="24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2400">
                <a:solidFill>
                  <a:srgbClr val="FFFFFF"/>
                </a:solidFill>
                <a:latin typeface="DM Sans"/>
                <a:ea typeface="DM Sans"/>
                <a:cs typeface="DM Sans"/>
                <a:sym typeface="DM Sans"/>
              </a:rPr>
              <a:t>C) Pushy</a:t>
            </a:r>
            <a:endParaRPr sz="24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2400">
                <a:solidFill>
                  <a:srgbClr val="FFFFFF"/>
                </a:solidFill>
                <a:latin typeface="DM Sans"/>
                <a:ea typeface="DM Sans"/>
                <a:cs typeface="DM Sans"/>
                <a:sym typeface="DM Sans"/>
              </a:rPr>
              <a:t>D) Controlling</a:t>
            </a:r>
            <a:endParaRPr sz="2400">
              <a:solidFill>
                <a:srgbClr val="FFFFFF"/>
              </a:solidFill>
              <a:latin typeface="DM Sans"/>
              <a:ea typeface="DM Sans"/>
              <a:cs typeface="DM Sans"/>
              <a:sym typeface="DM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39"/>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6" name="Google Shape;546;p39"/>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547" name="Google Shape;547;p39"/>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8</a:t>
            </a:r>
            <a:endParaRPr sz="4800">
              <a:latin typeface="Merriweather"/>
              <a:ea typeface="Merriweather"/>
              <a:cs typeface="Merriweather"/>
              <a:sym typeface="Merriweather"/>
            </a:endParaRPr>
          </a:p>
        </p:txBody>
      </p:sp>
      <p:pic>
        <p:nvPicPr>
          <p:cNvPr id="548" name="Google Shape;548;p39"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549" name="Google Shape;549;p39"/>
          <p:cNvSpPr/>
          <p:nvPr/>
        </p:nvSpPr>
        <p:spPr>
          <a:xfrm>
            <a:off x="-3183383" y="4221000"/>
            <a:ext cx="12327381"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hyperbole cynical repetition</a:t>
            </a:r>
          </a:p>
        </p:txBody>
      </p:sp>
      <p:sp>
        <p:nvSpPr>
          <p:cNvPr id="550" name="Google Shape;550;p39"/>
          <p:cNvSpPr txBox="1"/>
          <p:nvPr/>
        </p:nvSpPr>
        <p:spPr>
          <a:xfrm>
            <a:off x="523989" y="1593738"/>
            <a:ext cx="8175000" cy="20133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solidFill>
                  <a:srgbClr val="FFFFFF"/>
                </a:solidFill>
                <a:latin typeface="DM Sans"/>
                <a:ea typeface="DM Sans"/>
                <a:cs typeface="DM Sans"/>
                <a:sym typeface="DM Sans"/>
              </a:rPr>
              <a:t>8. Choose the word with a positive connotation:</a:t>
            </a:r>
            <a:endParaRPr b="1" sz="24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2400">
                <a:solidFill>
                  <a:srgbClr val="FFFFFF"/>
                </a:solidFill>
                <a:latin typeface="DM Sans"/>
                <a:ea typeface="DM Sans"/>
                <a:cs typeface="DM Sans"/>
                <a:sym typeface="DM Sans"/>
              </a:rPr>
              <a:t>A) Bossy</a:t>
            </a:r>
            <a:endParaRPr sz="24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b="1" lang="en" sz="2400">
                <a:solidFill>
                  <a:srgbClr val="FFFFFF"/>
                </a:solidFill>
                <a:latin typeface="DM Sans"/>
                <a:ea typeface="DM Sans"/>
                <a:cs typeface="DM Sans"/>
                <a:sym typeface="DM Sans"/>
              </a:rPr>
              <a:t>B) Assertive</a:t>
            </a:r>
            <a:endParaRPr b="1" sz="24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2400">
                <a:solidFill>
                  <a:srgbClr val="FFFFFF"/>
                </a:solidFill>
                <a:latin typeface="DM Sans"/>
                <a:ea typeface="DM Sans"/>
                <a:cs typeface="DM Sans"/>
                <a:sym typeface="DM Sans"/>
              </a:rPr>
              <a:t>C) Pushy</a:t>
            </a:r>
            <a:endParaRPr sz="24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2400">
                <a:solidFill>
                  <a:srgbClr val="FFFFFF"/>
                </a:solidFill>
                <a:latin typeface="DM Sans"/>
                <a:ea typeface="DM Sans"/>
                <a:cs typeface="DM Sans"/>
                <a:sym typeface="DM Sans"/>
              </a:rPr>
              <a:t>D) Controlling</a:t>
            </a:r>
            <a:endParaRPr sz="2400">
              <a:solidFill>
                <a:srgbClr val="FFFFFF"/>
              </a:solidFill>
              <a:latin typeface="DM Sans"/>
              <a:ea typeface="DM Sans"/>
              <a:cs typeface="DM Sans"/>
              <a:sym typeface="DM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40"/>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6" name="Google Shape;556;p40"/>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557" name="Google Shape;557;p40"/>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9</a:t>
            </a:r>
            <a:endParaRPr sz="4800">
              <a:latin typeface="Merriweather"/>
              <a:ea typeface="Merriweather"/>
              <a:cs typeface="Merriweather"/>
              <a:sym typeface="Merriweather"/>
            </a:endParaRPr>
          </a:p>
        </p:txBody>
      </p:sp>
      <p:pic>
        <p:nvPicPr>
          <p:cNvPr id="558" name="Google Shape;558;p40"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559" name="Google Shape;559;p40"/>
          <p:cNvSpPr txBox="1"/>
          <p:nvPr/>
        </p:nvSpPr>
        <p:spPr>
          <a:xfrm>
            <a:off x="484489" y="1419738"/>
            <a:ext cx="8175000" cy="28284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1750">
                <a:solidFill>
                  <a:schemeClr val="lt1"/>
                </a:solidFill>
                <a:latin typeface="DM Sans"/>
                <a:ea typeface="DM Sans"/>
                <a:cs typeface="DM Sans"/>
                <a:sym typeface="DM Sans"/>
              </a:rPr>
              <a:t>Mrs. Alvarez was known throughout the neighborhood for her careful spending habits. While others wasted money on unnecessary items, she always searched for sales and reused what she already had. She brought lunch from home instead of buying it and repaired old clothes rather than replacing them. Some people admired her practical mindset, while others quietly criticized her for being overly cautious with her money. Still, her </a:t>
            </a:r>
            <a:r>
              <a:rPr b="1" lang="en" sz="1750">
                <a:solidFill>
                  <a:schemeClr val="lt1"/>
                </a:solidFill>
                <a:latin typeface="DM Sans"/>
                <a:ea typeface="DM Sans"/>
                <a:cs typeface="DM Sans"/>
                <a:sym typeface="DM Sans"/>
              </a:rPr>
              <a:t>frugal</a:t>
            </a:r>
            <a:r>
              <a:rPr lang="en" sz="1750">
                <a:solidFill>
                  <a:schemeClr val="lt1"/>
                </a:solidFill>
                <a:latin typeface="DM Sans"/>
                <a:ea typeface="DM Sans"/>
                <a:cs typeface="DM Sans"/>
                <a:sym typeface="DM Sans"/>
              </a:rPr>
              <a:t> lifestyle allowed her to save enough to help her family when they needed it most.</a:t>
            </a:r>
            <a:endParaRPr sz="1750">
              <a:solidFill>
                <a:schemeClr val="lt1"/>
              </a:solidFill>
              <a:latin typeface="DM Sans"/>
              <a:ea typeface="DM Sans"/>
              <a:cs typeface="DM Sans"/>
              <a:sym typeface="DM Sans"/>
            </a:endParaRPr>
          </a:p>
          <a:p>
            <a:pPr indent="0" lvl="0" marL="0" rtl="0" algn="l">
              <a:spcBef>
                <a:spcPts val="0"/>
              </a:spcBef>
              <a:spcAft>
                <a:spcPts val="0"/>
              </a:spcAft>
              <a:buNone/>
            </a:pPr>
            <a:r>
              <a:t/>
            </a:r>
            <a:endParaRPr sz="300">
              <a:solidFill>
                <a:schemeClr val="lt1"/>
              </a:solidFill>
              <a:latin typeface="DM Sans"/>
              <a:ea typeface="DM Sans"/>
              <a:cs typeface="DM Sans"/>
              <a:sym typeface="DM Sans"/>
            </a:endParaRPr>
          </a:p>
          <a:p>
            <a:pPr indent="0" lvl="0" marL="0" rtl="0" algn="l">
              <a:spcBef>
                <a:spcPts val="0"/>
              </a:spcBef>
              <a:spcAft>
                <a:spcPts val="0"/>
              </a:spcAft>
              <a:buNone/>
            </a:pPr>
            <a:r>
              <a:t/>
            </a:r>
            <a:endParaRPr sz="200">
              <a:solidFill>
                <a:srgbClr val="FFFFFF"/>
              </a:solidFill>
              <a:latin typeface="DM Sans"/>
              <a:ea typeface="DM Sans"/>
              <a:cs typeface="DM Sans"/>
              <a:sym typeface="DM Sans"/>
            </a:endParaRPr>
          </a:p>
          <a:p>
            <a:pPr indent="0" lvl="0" marL="0" rtl="0" algn="l">
              <a:spcBef>
                <a:spcPts val="0"/>
              </a:spcBef>
              <a:spcAft>
                <a:spcPts val="0"/>
              </a:spcAft>
              <a:buNone/>
            </a:pPr>
            <a:r>
              <a:rPr b="1" lang="en" sz="1800">
                <a:solidFill>
                  <a:srgbClr val="FFFFFF"/>
                </a:solidFill>
                <a:latin typeface="DM Sans"/>
                <a:ea typeface="DM Sans"/>
                <a:cs typeface="DM Sans"/>
                <a:sym typeface="DM Sans"/>
              </a:rPr>
              <a:t>9</a:t>
            </a:r>
            <a:r>
              <a:rPr b="1" lang="en" sz="1800">
                <a:solidFill>
                  <a:srgbClr val="FFFFFF"/>
                </a:solidFill>
                <a:latin typeface="DM Sans"/>
                <a:ea typeface="DM Sans"/>
                <a:cs typeface="DM Sans"/>
                <a:sym typeface="DM Sans"/>
              </a:rPr>
              <a:t>. What is the connotation of the word “frugal” in the passage?</a:t>
            </a:r>
            <a:endParaRPr b="1" sz="1800">
              <a:solidFill>
                <a:srgbClr val="FFFFFF"/>
              </a:solidFill>
              <a:latin typeface="DM Sans"/>
              <a:ea typeface="DM Sans"/>
              <a:cs typeface="DM Sans"/>
              <a:sym typeface="DM Sans"/>
            </a:endParaRPr>
          </a:p>
          <a:p>
            <a:pPr indent="0" lvl="0" marL="0" rtl="0" algn="l">
              <a:spcBef>
                <a:spcPts val="0"/>
              </a:spcBef>
              <a:spcAft>
                <a:spcPts val="0"/>
              </a:spcAft>
              <a:buNone/>
            </a:pPr>
            <a:r>
              <a:t/>
            </a:r>
            <a:endParaRPr b="1" sz="300">
              <a:solidFill>
                <a:srgbClr val="FFFFFF"/>
              </a:solidFill>
              <a:latin typeface="DM Sans"/>
              <a:ea typeface="DM Sans"/>
              <a:cs typeface="DM Sans"/>
              <a:sym typeface="DM Sans"/>
            </a:endParaRPr>
          </a:p>
          <a:p>
            <a:pPr indent="0" lvl="0" marL="0" rtl="0" algn="l">
              <a:spcBef>
                <a:spcPts val="0"/>
              </a:spcBef>
              <a:spcAft>
                <a:spcPts val="0"/>
              </a:spcAft>
              <a:buNone/>
            </a:pPr>
            <a:r>
              <a:rPr lang="en" sz="1750">
                <a:solidFill>
                  <a:srgbClr val="FFFFFF"/>
                </a:solidFill>
                <a:latin typeface="DM Sans"/>
                <a:ea typeface="DM Sans"/>
                <a:cs typeface="DM Sans"/>
                <a:sym typeface="DM Sans"/>
              </a:rPr>
              <a:t>A) </a:t>
            </a:r>
            <a:r>
              <a:rPr lang="en" sz="1750">
                <a:solidFill>
                  <a:schemeClr val="lt1"/>
                </a:solidFill>
                <a:latin typeface="DM Sans"/>
                <a:ea typeface="DM Sans"/>
                <a:cs typeface="DM Sans"/>
                <a:sym typeface="DM Sans"/>
              </a:rPr>
              <a:t>Careful and practical with money</a:t>
            </a:r>
            <a:r>
              <a:rPr lang="en" sz="1750">
                <a:solidFill>
                  <a:srgbClr val="FFFFFF"/>
                </a:solidFill>
                <a:latin typeface="DM Sans"/>
                <a:ea typeface="DM Sans"/>
                <a:cs typeface="DM Sans"/>
                <a:sym typeface="DM Sans"/>
              </a:rPr>
              <a:t> B) Poor and struggling</a:t>
            </a:r>
            <a:endParaRPr sz="1750">
              <a:solidFill>
                <a:srgbClr val="FFFFFF"/>
              </a:solidFill>
              <a:latin typeface="DM Sans"/>
              <a:ea typeface="DM Sans"/>
              <a:cs typeface="DM Sans"/>
              <a:sym typeface="DM Sans"/>
            </a:endParaRPr>
          </a:p>
          <a:p>
            <a:pPr indent="0" lvl="0" marL="0" rtl="0" algn="l">
              <a:spcBef>
                <a:spcPts val="0"/>
              </a:spcBef>
              <a:spcAft>
                <a:spcPts val="0"/>
              </a:spcAft>
              <a:buNone/>
            </a:pPr>
            <a:r>
              <a:rPr lang="en" sz="1750">
                <a:solidFill>
                  <a:srgbClr val="FFFFFF"/>
                </a:solidFill>
                <a:latin typeface="DM Sans"/>
                <a:ea typeface="DM Sans"/>
                <a:cs typeface="DM Sans"/>
                <a:sym typeface="DM Sans"/>
              </a:rPr>
              <a:t>C) Selfish and greedy D</a:t>
            </a:r>
            <a:r>
              <a:rPr lang="en" sz="1750">
                <a:solidFill>
                  <a:schemeClr val="lt1"/>
                </a:solidFill>
                <a:latin typeface="DM Sans"/>
                <a:ea typeface="DM Sans"/>
                <a:cs typeface="DM Sans"/>
                <a:sym typeface="DM Sans"/>
              </a:rPr>
              <a:t>) Wasteful and carefless</a:t>
            </a:r>
            <a:endParaRPr sz="1750">
              <a:solidFill>
                <a:srgbClr val="FFFFFF"/>
              </a:solidFill>
              <a:latin typeface="DM Sans"/>
              <a:ea typeface="DM Sans"/>
              <a:cs typeface="DM Sans"/>
              <a:sym typeface="DM Sans"/>
            </a:endParaRPr>
          </a:p>
        </p:txBody>
      </p:sp>
      <p:sp>
        <p:nvSpPr>
          <p:cNvPr id="560" name="Google Shape;560;p40"/>
          <p:cNvSpPr/>
          <p:nvPr/>
        </p:nvSpPr>
        <p:spPr>
          <a:xfrm>
            <a:off x="-3183383" y="4221000"/>
            <a:ext cx="12327381"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hyperbole cynical repetition</a:t>
            </a: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41"/>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6" name="Google Shape;566;p41"/>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567" name="Google Shape;567;p41"/>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9</a:t>
            </a:r>
            <a:endParaRPr sz="4800">
              <a:latin typeface="Merriweather"/>
              <a:ea typeface="Merriweather"/>
              <a:cs typeface="Merriweather"/>
              <a:sym typeface="Merriweather"/>
            </a:endParaRPr>
          </a:p>
        </p:txBody>
      </p:sp>
      <p:pic>
        <p:nvPicPr>
          <p:cNvPr id="568" name="Google Shape;568;p41"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569" name="Google Shape;569;p41"/>
          <p:cNvSpPr txBox="1"/>
          <p:nvPr/>
        </p:nvSpPr>
        <p:spPr>
          <a:xfrm>
            <a:off x="484489" y="1419738"/>
            <a:ext cx="8175000" cy="28284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1750">
                <a:solidFill>
                  <a:schemeClr val="lt1"/>
                </a:solidFill>
                <a:latin typeface="DM Sans"/>
                <a:ea typeface="DM Sans"/>
                <a:cs typeface="DM Sans"/>
                <a:sym typeface="DM Sans"/>
              </a:rPr>
              <a:t>Mrs. Alvarez was known throughout the neighborhood for her careful spending habits. While others wasted money on unnecessary items, she always searched for sales and reused what she already had. She brought lunch from home instead of buying it and repaired old clothes rather than replacing them. Some people admired her practical mindset, while others quietly criticized her for being overly cautious with her money. Still, her </a:t>
            </a:r>
            <a:r>
              <a:rPr b="1" lang="en" sz="1750">
                <a:solidFill>
                  <a:schemeClr val="lt1"/>
                </a:solidFill>
                <a:latin typeface="DM Sans"/>
                <a:ea typeface="DM Sans"/>
                <a:cs typeface="DM Sans"/>
                <a:sym typeface="DM Sans"/>
              </a:rPr>
              <a:t>frugal</a:t>
            </a:r>
            <a:r>
              <a:rPr lang="en" sz="1750">
                <a:solidFill>
                  <a:schemeClr val="lt1"/>
                </a:solidFill>
                <a:latin typeface="DM Sans"/>
                <a:ea typeface="DM Sans"/>
                <a:cs typeface="DM Sans"/>
                <a:sym typeface="DM Sans"/>
              </a:rPr>
              <a:t> lifestyle allowed her to save enough to help her family when they needed it most.</a:t>
            </a:r>
            <a:endParaRPr sz="1750">
              <a:solidFill>
                <a:schemeClr val="lt1"/>
              </a:solidFill>
              <a:latin typeface="DM Sans"/>
              <a:ea typeface="DM Sans"/>
              <a:cs typeface="DM Sans"/>
              <a:sym typeface="DM Sans"/>
            </a:endParaRPr>
          </a:p>
          <a:p>
            <a:pPr indent="0" lvl="0" marL="0" rtl="0" algn="l">
              <a:spcBef>
                <a:spcPts val="0"/>
              </a:spcBef>
              <a:spcAft>
                <a:spcPts val="0"/>
              </a:spcAft>
              <a:buNone/>
            </a:pPr>
            <a:r>
              <a:t/>
            </a:r>
            <a:endParaRPr sz="300">
              <a:solidFill>
                <a:schemeClr val="lt1"/>
              </a:solidFill>
              <a:latin typeface="DM Sans"/>
              <a:ea typeface="DM Sans"/>
              <a:cs typeface="DM Sans"/>
              <a:sym typeface="DM Sans"/>
            </a:endParaRPr>
          </a:p>
          <a:p>
            <a:pPr indent="0" lvl="0" marL="0" rtl="0" algn="l">
              <a:spcBef>
                <a:spcPts val="0"/>
              </a:spcBef>
              <a:spcAft>
                <a:spcPts val="0"/>
              </a:spcAft>
              <a:buNone/>
            </a:pPr>
            <a:r>
              <a:t/>
            </a:r>
            <a:endParaRPr sz="200">
              <a:solidFill>
                <a:srgbClr val="FFFFFF"/>
              </a:solidFill>
              <a:latin typeface="DM Sans"/>
              <a:ea typeface="DM Sans"/>
              <a:cs typeface="DM Sans"/>
              <a:sym typeface="DM Sans"/>
            </a:endParaRPr>
          </a:p>
          <a:p>
            <a:pPr indent="0" lvl="0" marL="0" rtl="0" algn="l">
              <a:spcBef>
                <a:spcPts val="0"/>
              </a:spcBef>
              <a:spcAft>
                <a:spcPts val="0"/>
              </a:spcAft>
              <a:buNone/>
            </a:pPr>
            <a:r>
              <a:rPr b="1" lang="en" sz="1800">
                <a:solidFill>
                  <a:srgbClr val="FFFFFF"/>
                </a:solidFill>
                <a:latin typeface="DM Sans"/>
                <a:ea typeface="DM Sans"/>
                <a:cs typeface="DM Sans"/>
                <a:sym typeface="DM Sans"/>
              </a:rPr>
              <a:t>9. What is the connotation of the word “frugal” in the passage?</a:t>
            </a:r>
            <a:endParaRPr b="1" sz="1800">
              <a:solidFill>
                <a:srgbClr val="FFFFFF"/>
              </a:solidFill>
              <a:latin typeface="DM Sans"/>
              <a:ea typeface="DM Sans"/>
              <a:cs typeface="DM Sans"/>
              <a:sym typeface="DM Sans"/>
            </a:endParaRPr>
          </a:p>
          <a:p>
            <a:pPr indent="0" lvl="0" marL="0" rtl="0" algn="l">
              <a:spcBef>
                <a:spcPts val="0"/>
              </a:spcBef>
              <a:spcAft>
                <a:spcPts val="0"/>
              </a:spcAft>
              <a:buNone/>
            </a:pPr>
            <a:r>
              <a:t/>
            </a:r>
            <a:endParaRPr b="1" sz="300">
              <a:solidFill>
                <a:srgbClr val="FFFFFF"/>
              </a:solidFill>
              <a:latin typeface="DM Sans"/>
              <a:ea typeface="DM Sans"/>
              <a:cs typeface="DM Sans"/>
              <a:sym typeface="DM Sans"/>
            </a:endParaRPr>
          </a:p>
          <a:p>
            <a:pPr indent="0" lvl="0" marL="0" rtl="0" algn="l">
              <a:spcBef>
                <a:spcPts val="0"/>
              </a:spcBef>
              <a:spcAft>
                <a:spcPts val="0"/>
              </a:spcAft>
              <a:buNone/>
            </a:pPr>
            <a:r>
              <a:rPr b="1" lang="en" sz="1750">
                <a:solidFill>
                  <a:srgbClr val="FFFFFF"/>
                </a:solidFill>
                <a:latin typeface="DM Sans"/>
                <a:ea typeface="DM Sans"/>
                <a:cs typeface="DM Sans"/>
                <a:sym typeface="DM Sans"/>
              </a:rPr>
              <a:t>A) </a:t>
            </a:r>
            <a:r>
              <a:rPr b="1" lang="en" sz="1750">
                <a:solidFill>
                  <a:schemeClr val="lt1"/>
                </a:solidFill>
                <a:latin typeface="DM Sans"/>
                <a:ea typeface="DM Sans"/>
                <a:cs typeface="DM Sans"/>
                <a:sym typeface="DM Sans"/>
              </a:rPr>
              <a:t>Careful and practical with money</a:t>
            </a:r>
            <a:r>
              <a:rPr lang="en" sz="1750">
                <a:solidFill>
                  <a:srgbClr val="FFFFFF"/>
                </a:solidFill>
                <a:latin typeface="DM Sans"/>
                <a:ea typeface="DM Sans"/>
                <a:cs typeface="DM Sans"/>
                <a:sym typeface="DM Sans"/>
              </a:rPr>
              <a:t> B) Poor and struggling</a:t>
            </a:r>
            <a:endParaRPr sz="1750">
              <a:solidFill>
                <a:srgbClr val="FFFFFF"/>
              </a:solidFill>
              <a:latin typeface="DM Sans"/>
              <a:ea typeface="DM Sans"/>
              <a:cs typeface="DM Sans"/>
              <a:sym typeface="DM Sans"/>
            </a:endParaRPr>
          </a:p>
          <a:p>
            <a:pPr indent="0" lvl="0" marL="0" rtl="0" algn="l">
              <a:spcBef>
                <a:spcPts val="0"/>
              </a:spcBef>
              <a:spcAft>
                <a:spcPts val="0"/>
              </a:spcAft>
              <a:buNone/>
            </a:pPr>
            <a:r>
              <a:rPr lang="en" sz="1750">
                <a:solidFill>
                  <a:srgbClr val="FFFFFF"/>
                </a:solidFill>
                <a:latin typeface="DM Sans"/>
                <a:ea typeface="DM Sans"/>
                <a:cs typeface="DM Sans"/>
                <a:sym typeface="DM Sans"/>
              </a:rPr>
              <a:t>C) Selfish and greedy D</a:t>
            </a:r>
            <a:r>
              <a:rPr lang="en" sz="1750">
                <a:solidFill>
                  <a:schemeClr val="lt1"/>
                </a:solidFill>
                <a:latin typeface="DM Sans"/>
                <a:ea typeface="DM Sans"/>
                <a:cs typeface="DM Sans"/>
                <a:sym typeface="DM Sans"/>
              </a:rPr>
              <a:t>) Wasteful and carefless</a:t>
            </a:r>
            <a:endParaRPr sz="1750">
              <a:solidFill>
                <a:srgbClr val="FFFFFF"/>
              </a:solidFill>
              <a:latin typeface="DM Sans"/>
              <a:ea typeface="DM Sans"/>
              <a:cs typeface="DM Sans"/>
              <a:sym typeface="DM Sans"/>
            </a:endParaRPr>
          </a:p>
        </p:txBody>
      </p:sp>
      <p:sp>
        <p:nvSpPr>
          <p:cNvPr id="570" name="Google Shape;570;p41"/>
          <p:cNvSpPr/>
          <p:nvPr/>
        </p:nvSpPr>
        <p:spPr>
          <a:xfrm>
            <a:off x="-3183383" y="4221000"/>
            <a:ext cx="12327381"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hyperbole cynical repetition</a:t>
            </a: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42"/>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6" name="Google Shape;576;p42"/>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577" name="Google Shape;577;p42"/>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10</a:t>
            </a:r>
            <a:endParaRPr sz="4800">
              <a:latin typeface="Merriweather"/>
              <a:ea typeface="Merriweather"/>
              <a:cs typeface="Merriweather"/>
              <a:sym typeface="Merriweather"/>
            </a:endParaRPr>
          </a:p>
        </p:txBody>
      </p:sp>
      <p:pic>
        <p:nvPicPr>
          <p:cNvPr id="578" name="Google Shape;578;p42"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579" name="Google Shape;579;p42"/>
          <p:cNvSpPr txBox="1"/>
          <p:nvPr/>
        </p:nvSpPr>
        <p:spPr>
          <a:xfrm>
            <a:off x="484500" y="1450801"/>
            <a:ext cx="8175000" cy="28107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1800">
                <a:solidFill>
                  <a:schemeClr val="lt1"/>
                </a:solidFill>
                <a:latin typeface="DM Sans"/>
                <a:ea typeface="DM Sans"/>
                <a:cs typeface="DM Sans"/>
                <a:sym typeface="DM Sans"/>
              </a:rPr>
              <a:t>During the group activity, students shouted over one another, papers flew off desks, and no one seemed to agree on anything. By the time the teacher returned, the classroom had turned into a zoo.</a:t>
            </a:r>
            <a:endParaRPr sz="200">
              <a:solidFill>
                <a:srgbClr val="FFFFFF"/>
              </a:solidFill>
              <a:latin typeface="DM Sans"/>
              <a:ea typeface="DM Sans"/>
              <a:cs typeface="DM Sans"/>
              <a:sym typeface="DM Sans"/>
            </a:endParaRPr>
          </a:p>
          <a:p>
            <a:pPr indent="0" lvl="0" marL="0" rtl="0" algn="l">
              <a:spcBef>
                <a:spcPts val="0"/>
              </a:spcBef>
              <a:spcAft>
                <a:spcPts val="0"/>
              </a:spcAft>
              <a:buNone/>
            </a:pPr>
            <a:r>
              <a:t/>
            </a:r>
            <a:endParaRPr sz="400">
              <a:solidFill>
                <a:srgbClr val="FFFFFF"/>
              </a:solidFill>
              <a:latin typeface="DM Sans"/>
              <a:ea typeface="DM Sans"/>
              <a:cs typeface="DM Sans"/>
              <a:sym typeface="DM Sans"/>
            </a:endParaRPr>
          </a:p>
          <a:p>
            <a:pPr indent="0" lvl="0" marL="0" rtl="0" algn="l">
              <a:spcBef>
                <a:spcPts val="0"/>
              </a:spcBef>
              <a:spcAft>
                <a:spcPts val="0"/>
              </a:spcAft>
              <a:buNone/>
            </a:pPr>
            <a:r>
              <a:rPr b="1" lang="en" sz="2000">
                <a:solidFill>
                  <a:srgbClr val="FFFFFF"/>
                </a:solidFill>
                <a:latin typeface="DM Sans"/>
                <a:ea typeface="DM Sans"/>
                <a:cs typeface="DM Sans"/>
                <a:sym typeface="DM Sans"/>
              </a:rPr>
              <a:t>10</a:t>
            </a:r>
            <a:r>
              <a:rPr b="1" lang="en" sz="2000">
                <a:solidFill>
                  <a:srgbClr val="FFFFFF"/>
                </a:solidFill>
                <a:latin typeface="DM Sans"/>
                <a:ea typeface="DM Sans"/>
                <a:cs typeface="DM Sans"/>
                <a:sym typeface="DM Sans"/>
              </a:rPr>
              <a:t>. </a:t>
            </a:r>
            <a:r>
              <a:rPr b="1" lang="en" sz="2000">
                <a:solidFill>
                  <a:srgbClr val="FFFFFF"/>
                </a:solidFill>
                <a:latin typeface="DM Sans"/>
                <a:ea typeface="DM Sans"/>
                <a:cs typeface="DM Sans"/>
                <a:sym typeface="DM Sans"/>
              </a:rPr>
              <a:t>What does the line “the classroom had turned into a zoo” suggest?</a:t>
            </a:r>
            <a:endParaRPr b="1" sz="2000">
              <a:solidFill>
                <a:srgbClr val="FFFFFF"/>
              </a:solidFill>
              <a:latin typeface="DM Sans"/>
              <a:ea typeface="DM Sans"/>
              <a:cs typeface="DM Sans"/>
              <a:sym typeface="DM Sans"/>
            </a:endParaRPr>
          </a:p>
          <a:p>
            <a:pPr indent="0" lvl="0" marL="0" rtl="0" algn="l">
              <a:spcBef>
                <a:spcPts val="0"/>
              </a:spcBef>
              <a:spcAft>
                <a:spcPts val="0"/>
              </a:spcAft>
              <a:buNone/>
            </a:pPr>
            <a:r>
              <a:t/>
            </a:r>
            <a:endParaRPr b="1" sz="200">
              <a:solidFill>
                <a:srgbClr val="FFFFFF"/>
              </a:solidFill>
              <a:latin typeface="DM Sans"/>
              <a:ea typeface="DM Sans"/>
              <a:cs typeface="DM Sans"/>
              <a:sym typeface="DM Sans"/>
            </a:endParaRPr>
          </a:p>
          <a:p>
            <a:pPr indent="0" lvl="0" marL="0" rtl="0" algn="l">
              <a:spcBef>
                <a:spcPts val="0"/>
              </a:spcBef>
              <a:spcAft>
                <a:spcPts val="0"/>
              </a:spcAft>
              <a:buNone/>
            </a:pPr>
            <a:r>
              <a:t/>
            </a:r>
            <a:endParaRPr b="1" sz="2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1800">
                <a:solidFill>
                  <a:srgbClr val="FFFFFF"/>
                </a:solidFill>
                <a:latin typeface="DM Sans"/>
                <a:ea typeface="DM Sans"/>
                <a:cs typeface="DM Sans"/>
                <a:sym typeface="DM Sans"/>
              </a:rPr>
              <a:t>A) </a:t>
            </a:r>
            <a:r>
              <a:rPr lang="en" sz="1800">
                <a:solidFill>
                  <a:srgbClr val="FFFFFF"/>
                </a:solidFill>
                <a:latin typeface="DM Sans"/>
                <a:ea typeface="DM Sans"/>
                <a:cs typeface="DM Sans"/>
                <a:sym typeface="DM Sans"/>
              </a:rPr>
              <a:t>Animals entered the classroom </a:t>
            </a:r>
            <a:endParaRPr sz="18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1800">
                <a:solidFill>
                  <a:srgbClr val="FFFFFF"/>
                </a:solidFill>
                <a:latin typeface="DM Sans"/>
                <a:ea typeface="DM Sans"/>
                <a:cs typeface="DM Sans"/>
                <a:sym typeface="DM Sans"/>
              </a:rPr>
              <a:t>B) The classroom became loud and chaotic</a:t>
            </a:r>
            <a:br>
              <a:rPr lang="en" sz="1800">
                <a:solidFill>
                  <a:srgbClr val="FFFFFF"/>
                </a:solidFill>
                <a:latin typeface="DM Sans"/>
                <a:ea typeface="DM Sans"/>
                <a:cs typeface="DM Sans"/>
                <a:sym typeface="DM Sans"/>
              </a:rPr>
            </a:br>
            <a:r>
              <a:rPr lang="en" sz="1800">
                <a:solidFill>
                  <a:srgbClr val="FFFFFF"/>
                </a:solidFill>
                <a:latin typeface="DM Sans"/>
                <a:ea typeface="DM Sans"/>
                <a:cs typeface="DM Sans"/>
                <a:sym typeface="DM Sans"/>
              </a:rPr>
              <a:t>C) The classroom was cleaned quickly</a:t>
            </a:r>
            <a:br>
              <a:rPr lang="en" sz="1800">
                <a:solidFill>
                  <a:srgbClr val="FFFFFF"/>
                </a:solidFill>
                <a:latin typeface="DM Sans"/>
                <a:ea typeface="DM Sans"/>
                <a:cs typeface="DM Sans"/>
                <a:sym typeface="DM Sans"/>
              </a:rPr>
            </a:br>
            <a:r>
              <a:rPr lang="en" sz="1800">
                <a:solidFill>
                  <a:srgbClr val="FFFFFF"/>
                </a:solidFill>
                <a:latin typeface="DM Sans"/>
                <a:ea typeface="DM Sans"/>
                <a:cs typeface="DM Sans"/>
                <a:sym typeface="DM Sans"/>
              </a:rPr>
              <a:t>D) The students were studying animals</a:t>
            </a:r>
            <a:endParaRPr sz="1800">
              <a:solidFill>
                <a:srgbClr val="FFFFFF"/>
              </a:solidFill>
              <a:latin typeface="DM Sans"/>
              <a:ea typeface="DM Sans"/>
              <a:cs typeface="DM Sans"/>
              <a:sym typeface="DM Sans"/>
            </a:endParaRPr>
          </a:p>
        </p:txBody>
      </p:sp>
      <p:sp>
        <p:nvSpPr>
          <p:cNvPr id="580" name="Google Shape;580;p42"/>
          <p:cNvSpPr/>
          <p:nvPr/>
        </p:nvSpPr>
        <p:spPr>
          <a:xfrm>
            <a:off x="-3183383" y="4221000"/>
            <a:ext cx="12327381"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hyperbole cynical repetition</a:t>
            </a: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43"/>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6" name="Google Shape;586;p43"/>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587" name="Google Shape;587;p43"/>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10</a:t>
            </a:r>
            <a:endParaRPr sz="4800">
              <a:latin typeface="Merriweather"/>
              <a:ea typeface="Merriweather"/>
              <a:cs typeface="Merriweather"/>
              <a:sym typeface="Merriweather"/>
            </a:endParaRPr>
          </a:p>
        </p:txBody>
      </p:sp>
      <p:pic>
        <p:nvPicPr>
          <p:cNvPr id="588" name="Google Shape;588;p43"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589" name="Google Shape;589;p43"/>
          <p:cNvSpPr txBox="1"/>
          <p:nvPr/>
        </p:nvSpPr>
        <p:spPr>
          <a:xfrm>
            <a:off x="484500" y="1450801"/>
            <a:ext cx="8175000" cy="28107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1800">
                <a:solidFill>
                  <a:schemeClr val="lt1"/>
                </a:solidFill>
                <a:latin typeface="DM Sans"/>
                <a:ea typeface="DM Sans"/>
                <a:cs typeface="DM Sans"/>
                <a:sym typeface="DM Sans"/>
              </a:rPr>
              <a:t>During the group activity, students shouted over one another, papers flew off desks, and no one seemed to agree on anything. By the time the teacher returned, the classroom had turned into a zoo.</a:t>
            </a:r>
            <a:endParaRPr sz="200">
              <a:solidFill>
                <a:srgbClr val="FFFFFF"/>
              </a:solidFill>
              <a:latin typeface="DM Sans"/>
              <a:ea typeface="DM Sans"/>
              <a:cs typeface="DM Sans"/>
              <a:sym typeface="DM Sans"/>
            </a:endParaRPr>
          </a:p>
          <a:p>
            <a:pPr indent="0" lvl="0" marL="0" rtl="0" algn="l">
              <a:spcBef>
                <a:spcPts val="0"/>
              </a:spcBef>
              <a:spcAft>
                <a:spcPts val="0"/>
              </a:spcAft>
              <a:buNone/>
            </a:pPr>
            <a:r>
              <a:t/>
            </a:r>
            <a:endParaRPr sz="400">
              <a:solidFill>
                <a:srgbClr val="FFFFFF"/>
              </a:solidFill>
              <a:latin typeface="DM Sans"/>
              <a:ea typeface="DM Sans"/>
              <a:cs typeface="DM Sans"/>
              <a:sym typeface="DM Sans"/>
            </a:endParaRPr>
          </a:p>
          <a:p>
            <a:pPr indent="0" lvl="0" marL="0" rtl="0" algn="l">
              <a:spcBef>
                <a:spcPts val="0"/>
              </a:spcBef>
              <a:spcAft>
                <a:spcPts val="0"/>
              </a:spcAft>
              <a:buNone/>
            </a:pPr>
            <a:r>
              <a:rPr b="1" lang="en" sz="2000">
                <a:solidFill>
                  <a:srgbClr val="FFFFFF"/>
                </a:solidFill>
                <a:latin typeface="DM Sans"/>
                <a:ea typeface="DM Sans"/>
                <a:cs typeface="DM Sans"/>
                <a:sym typeface="DM Sans"/>
              </a:rPr>
              <a:t>10. What does the line “the classroom had turned into a zoo” suggest?</a:t>
            </a:r>
            <a:endParaRPr b="1" sz="2000">
              <a:solidFill>
                <a:srgbClr val="FFFFFF"/>
              </a:solidFill>
              <a:latin typeface="DM Sans"/>
              <a:ea typeface="DM Sans"/>
              <a:cs typeface="DM Sans"/>
              <a:sym typeface="DM Sans"/>
            </a:endParaRPr>
          </a:p>
          <a:p>
            <a:pPr indent="0" lvl="0" marL="0" rtl="0" algn="l">
              <a:spcBef>
                <a:spcPts val="0"/>
              </a:spcBef>
              <a:spcAft>
                <a:spcPts val="0"/>
              </a:spcAft>
              <a:buNone/>
            </a:pPr>
            <a:r>
              <a:t/>
            </a:r>
            <a:endParaRPr b="1" sz="200">
              <a:solidFill>
                <a:srgbClr val="FFFFFF"/>
              </a:solidFill>
              <a:latin typeface="DM Sans"/>
              <a:ea typeface="DM Sans"/>
              <a:cs typeface="DM Sans"/>
              <a:sym typeface="DM Sans"/>
            </a:endParaRPr>
          </a:p>
          <a:p>
            <a:pPr indent="0" lvl="0" marL="0" rtl="0" algn="l">
              <a:spcBef>
                <a:spcPts val="0"/>
              </a:spcBef>
              <a:spcAft>
                <a:spcPts val="0"/>
              </a:spcAft>
              <a:buNone/>
            </a:pPr>
            <a:r>
              <a:t/>
            </a:r>
            <a:endParaRPr b="1" sz="2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1800">
                <a:solidFill>
                  <a:srgbClr val="FFFFFF"/>
                </a:solidFill>
                <a:latin typeface="DM Sans"/>
                <a:ea typeface="DM Sans"/>
                <a:cs typeface="DM Sans"/>
                <a:sym typeface="DM Sans"/>
              </a:rPr>
              <a:t>A) Animals entered the classroom </a:t>
            </a:r>
            <a:endParaRPr sz="18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b="1" lang="en" sz="1800">
                <a:solidFill>
                  <a:srgbClr val="FFFFFF"/>
                </a:solidFill>
                <a:latin typeface="DM Sans"/>
                <a:ea typeface="DM Sans"/>
                <a:cs typeface="DM Sans"/>
                <a:sym typeface="DM Sans"/>
              </a:rPr>
              <a:t>B) The classroom became loud and chaotic</a:t>
            </a:r>
            <a:br>
              <a:rPr lang="en" sz="1800">
                <a:solidFill>
                  <a:srgbClr val="FFFFFF"/>
                </a:solidFill>
                <a:latin typeface="DM Sans"/>
                <a:ea typeface="DM Sans"/>
                <a:cs typeface="DM Sans"/>
                <a:sym typeface="DM Sans"/>
              </a:rPr>
            </a:br>
            <a:r>
              <a:rPr lang="en" sz="1800">
                <a:solidFill>
                  <a:srgbClr val="FFFFFF"/>
                </a:solidFill>
                <a:latin typeface="DM Sans"/>
                <a:ea typeface="DM Sans"/>
                <a:cs typeface="DM Sans"/>
                <a:sym typeface="DM Sans"/>
              </a:rPr>
              <a:t>C) The classroom was cleaned quickly</a:t>
            </a:r>
            <a:br>
              <a:rPr lang="en" sz="1800">
                <a:solidFill>
                  <a:srgbClr val="FFFFFF"/>
                </a:solidFill>
                <a:latin typeface="DM Sans"/>
                <a:ea typeface="DM Sans"/>
                <a:cs typeface="DM Sans"/>
                <a:sym typeface="DM Sans"/>
              </a:rPr>
            </a:br>
            <a:r>
              <a:rPr lang="en" sz="1800">
                <a:solidFill>
                  <a:srgbClr val="FFFFFF"/>
                </a:solidFill>
                <a:latin typeface="DM Sans"/>
                <a:ea typeface="DM Sans"/>
                <a:cs typeface="DM Sans"/>
                <a:sym typeface="DM Sans"/>
              </a:rPr>
              <a:t>D) The students were studying animals</a:t>
            </a:r>
            <a:endParaRPr sz="1800">
              <a:solidFill>
                <a:srgbClr val="FFFFFF"/>
              </a:solidFill>
              <a:latin typeface="DM Sans"/>
              <a:ea typeface="DM Sans"/>
              <a:cs typeface="DM Sans"/>
              <a:sym typeface="DM Sans"/>
            </a:endParaRPr>
          </a:p>
        </p:txBody>
      </p:sp>
      <p:sp>
        <p:nvSpPr>
          <p:cNvPr id="590" name="Google Shape;590;p43"/>
          <p:cNvSpPr/>
          <p:nvPr/>
        </p:nvSpPr>
        <p:spPr>
          <a:xfrm>
            <a:off x="-3183383" y="4221000"/>
            <a:ext cx="12327381"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hyperbole cynical repetition</a:t>
            </a: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44"/>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6" name="Google Shape;596;p44"/>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597" name="Google Shape;597;p44"/>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11</a:t>
            </a:r>
            <a:endParaRPr sz="4800">
              <a:latin typeface="Merriweather"/>
              <a:ea typeface="Merriweather"/>
              <a:cs typeface="Merriweather"/>
              <a:sym typeface="Merriweather"/>
            </a:endParaRPr>
          </a:p>
        </p:txBody>
      </p:sp>
      <p:pic>
        <p:nvPicPr>
          <p:cNvPr id="598" name="Google Shape;598;p44"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599" name="Google Shape;599;p44"/>
          <p:cNvSpPr txBox="1"/>
          <p:nvPr/>
        </p:nvSpPr>
        <p:spPr>
          <a:xfrm>
            <a:off x="484500" y="1450801"/>
            <a:ext cx="8175000" cy="23703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400">
                <a:solidFill>
                  <a:schemeClr val="lt1"/>
                </a:solidFill>
                <a:latin typeface="DM Sans"/>
                <a:ea typeface="DM Sans"/>
                <a:cs typeface="DM Sans"/>
                <a:sym typeface="DM Sans"/>
              </a:rPr>
              <a:t>The old house stood at the end of the street, its windows cracked and its paint peeling. At night, the wind seemed to whisper through the halls, as if the house itself were trying to tell a story.</a:t>
            </a:r>
            <a:endParaRPr sz="24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rPr b="1" lang="en" sz="2400">
                <a:solidFill>
                  <a:srgbClr val="FFFFFF"/>
                </a:solidFill>
                <a:latin typeface="DM Sans"/>
                <a:ea typeface="DM Sans"/>
                <a:cs typeface="DM Sans"/>
                <a:sym typeface="DM Sans"/>
              </a:rPr>
              <a:t>11. </a:t>
            </a:r>
            <a:r>
              <a:rPr b="1" lang="en" sz="2400">
                <a:solidFill>
                  <a:srgbClr val="FFFFFF"/>
                </a:solidFill>
                <a:latin typeface="DM Sans"/>
                <a:ea typeface="DM Sans"/>
                <a:cs typeface="DM Sans"/>
                <a:sym typeface="DM Sans"/>
              </a:rPr>
              <a:t>What figure of speech is primarily used?</a:t>
            </a:r>
            <a:endParaRPr b="1" sz="2400">
              <a:solidFill>
                <a:srgbClr val="FFFFFF"/>
              </a:solidFill>
              <a:latin typeface="DM Sans"/>
              <a:ea typeface="DM Sans"/>
              <a:cs typeface="DM Sans"/>
              <a:sym typeface="DM Sans"/>
            </a:endParaRPr>
          </a:p>
          <a:p>
            <a:pPr indent="0" lvl="0" marL="0" rtl="0" algn="l">
              <a:spcBef>
                <a:spcPts val="0"/>
              </a:spcBef>
              <a:spcAft>
                <a:spcPts val="0"/>
              </a:spcAft>
              <a:buNone/>
            </a:pPr>
            <a:r>
              <a:t/>
            </a:r>
            <a:endParaRPr b="1" sz="5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2400">
                <a:solidFill>
                  <a:srgbClr val="FFFFFF"/>
                </a:solidFill>
                <a:latin typeface="DM Sans"/>
                <a:ea typeface="DM Sans"/>
                <a:cs typeface="DM Sans"/>
                <a:sym typeface="DM Sans"/>
              </a:rPr>
              <a:t>A) </a:t>
            </a:r>
            <a:r>
              <a:rPr lang="en" sz="2400">
                <a:solidFill>
                  <a:srgbClr val="FFFFFF"/>
                </a:solidFill>
                <a:latin typeface="DM Sans"/>
                <a:ea typeface="DM Sans"/>
                <a:cs typeface="DM Sans"/>
                <a:sym typeface="DM Sans"/>
              </a:rPr>
              <a:t>Simile B) Metaphor C) Personification D) Hyperbole</a:t>
            </a:r>
            <a:endParaRPr sz="2400">
              <a:solidFill>
                <a:srgbClr val="FFFFFF"/>
              </a:solidFill>
              <a:latin typeface="DM Sans"/>
              <a:ea typeface="DM Sans"/>
              <a:cs typeface="DM Sans"/>
              <a:sym typeface="DM Sans"/>
            </a:endParaRPr>
          </a:p>
        </p:txBody>
      </p:sp>
      <p:sp>
        <p:nvSpPr>
          <p:cNvPr id="600" name="Google Shape;600;p44"/>
          <p:cNvSpPr/>
          <p:nvPr/>
        </p:nvSpPr>
        <p:spPr>
          <a:xfrm>
            <a:off x="-3183383" y="4221000"/>
            <a:ext cx="12327381"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hyperbole cynical repetition</a:t>
            </a: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45"/>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6" name="Google Shape;606;p45"/>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607" name="Google Shape;607;p45"/>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11</a:t>
            </a:r>
            <a:endParaRPr sz="4800">
              <a:latin typeface="Merriweather"/>
              <a:ea typeface="Merriweather"/>
              <a:cs typeface="Merriweather"/>
              <a:sym typeface="Merriweather"/>
            </a:endParaRPr>
          </a:p>
        </p:txBody>
      </p:sp>
      <p:pic>
        <p:nvPicPr>
          <p:cNvPr id="608" name="Google Shape;608;p45"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609" name="Google Shape;609;p45"/>
          <p:cNvSpPr txBox="1"/>
          <p:nvPr/>
        </p:nvSpPr>
        <p:spPr>
          <a:xfrm>
            <a:off x="484500" y="1450801"/>
            <a:ext cx="8175000" cy="23703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400">
                <a:solidFill>
                  <a:schemeClr val="lt1"/>
                </a:solidFill>
                <a:latin typeface="DM Sans"/>
                <a:ea typeface="DM Sans"/>
                <a:cs typeface="DM Sans"/>
                <a:sym typeface="DM Sans"/>
              </a:rPr>
              <a:t>The old house stood at the end of the street, its windows cracked and its paint peeling. At night, the wind seemed to whisper through the halls, as if the house itself were trying to tell a story.</a:t>
            </a:r>
            <a:endParaRPr sz="24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rPr b="1" lang="en" sz="2400">
                <a:solidFill>
                  <a:srgbClr val="FFFFFF"/>
                </a:solidFill>
                <a:latin typeface="DM Sans"/>
                <a:ea typeface="DM Sans"/>
                <a:cs typeface="DM Sans"/>
                <a:sym typeface="DM Sans"/>
              </a:rPr>
              <a:t>11. What figure of speech is primarily used?</a:t>
            </a:r>
            <a:endParaRPr b="1" sz="2400">
              <a:solidFill>
                <a:srgbClr val="FFFFFF"/>
              </a:solidFill>
              <a:latin typeface="DM Sans"/>
              <a:ea typeface="DM Sans"/>
              <a:cs typeface="DM Sans"/>
              <a:sym typeface="DM Sans"/>
            </a:endParaRPr>
          </a:p>
          <a:p>
            <a:pPr indent="0" lvl="0" marL="0" rtl="0" algn="l">
              <a:spcBef>
                <a:spcPts val="0"/>
              </a:spcBef>
              <a:spcAft>
                <a:spcPts val="0"/>
              </a:spcAft>
              <a:buNone/>
            </a:pPr>
            <a:r>
              <a:t/>
            </a:r>
            <a:endParaRPr b="1" sz="5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2400">
                <a:solidFill>
                  <a:srgbClr val="FFFFFF"/>
                </a:solidFill>
                <a:latin typeface="DM Sans"/>
                <a:ea typeface="DM Sans"/>
                <a:cs typeface="DM Sans"/>
                <a:sym typeface="DM Sans"/>
              </a:rPr>
              <a:t>A) Simile B) Metaphor </a:t>
            </a:r>
            <a:r>
              <a:rPr b="1" lang="en" sz="2400">
                <a:solidFill>
                  <a:srgbClr val="FFFFFF"/>
                </a:solidFill>
                <a:latin typeface="DM Sans"/>
                <a:ea typeface="DM Sans"/>
                <a:cs typeface="DM Sans"/>
                <a:sym typeface="DM Sans"/>
              </a:rPr>
              <a:t>C) Personification</a:t>
            </a:r>
            <a:r>
              <a:rPr lang="en" sz="2400">
                <a:solidFill>
                  <a:srgbClr val="FFFFFF"/>
                </a:solidFill>
                <a:latin typeface="DM Sans"/>
                <a:ea typeface="DM Sans"/>
                <a:cs typeface="DM Sans"/>
                <a:sym typeface="DM Sans"/>
              </a:rPr>
              <a:t> D) Hyperbole</a:t>
            </a:r>
            <a:endParaRPr sz="2400">
              <a:solidFill>
                <a:srgbClr val="FFFFFF"/>
              </a:solidFill>
              <a:latin typeface="DM Sans"/>
              <a:ea typeface="DM Sans"/>
              <a:cs typeface="DM Sans"/>
              <a:sym typeface="DM Sans"/>
            </a:endParaRPr>
          </a:p>
        </p:txBody>
      </p:sp>
      <p:sp>
        <p:nvSpPr>
          <p:cNvPr id="610" name="Google Shape;610;p45"/>
          <p:cNvSpPr/>
          <p:nvPr/>
        </p:nvSpPr>
        <p:spPr>
          <a:xfrm>
            <a:off x="-3183383" y="4221000"/>
            <a:ext cx="12327381"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hyperbole cynical repetition</a:t>
            </a: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46"/>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6" name="Google Shape;616;p46"/>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617" name="Google Shape;617;p46"/>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12</a:t>
            </a:r>
            <a:endParaRPr sz="4800">
              <a:latin typeface="Merriweather"/>
              <a:ea typeface="Merriweather"/>
              <a:cs typeface="Merriweather"/>
              <a:sym typeface="Merriweather"/>
            </a:endParaRPr>
          </a:p>
        </p:txBody>
      </p:sp>
      <p:pic>
        <p:nvPicPr>
          <p:cNvPr id="618" name="Google Shape;618;p46"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619" name="Google Shape;619;p46"/>
          <p:cNvSpPr txBox="1"/>
          <p:nvPr/>
        </p:nvSpPr>
        <p:spPr>
          <a:xfrm>
            <a:off x="484500" y="1450801"/>
            <a:ext cx="8175000" cy="25029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1800">
                <a:solidFill>
                  <a:schemeClr val="lt1"/>
                </a:solidFill>
                <a:latin typeface="DM Sans"/>
                <a:ea typeface="DM Sans"/>
                <a:cs typeface="DM Sans"/>
                <a:sym typeface="DM Sans"/>
              </a:rPr>
              <a:t>As the argument continued, Maya’s patience began to slip away. By the end of the conversation, her calm demeanor had melted like ice under the hot sun.</a:t>
            </a:r>
            <a:endParaRPr sz="200">
              <a:solidFill>
                <a:srgbClr val="FFFFFF"/>
              </a:solidFill>
              <a:latin typeface="DM Sans"/>
              <a:ea typeface="DM Sans"/>
              <a:cs typeface="DM Sans"/>
              <a:sym typeface="DM Sans"/>
            </a:endParaRPr>
          </a:p>
          <a:p>
            <a:pPr indent="0" lvl="0" marL="0" rtl="0" algn="l">
              <a:spcBef>
                <a:spcPts val="0"/>
              </a:spcBef>
              <a:spcAft>
                <a:spcPts val="0"/>
              </a:spcAft>
              <a:buNone/>
            </a:pPr>
            <a:r>
              <a:t/>
            </a:r>
            <a:endParaRPr sz="400">
              <a:solidFill>
                <a:srgbClr val="FFFFFF"/>
              </a:solidFill>
              <a:latin typeface="DM Sans"/>
              <a:ea typeface="DM Sans"/>
              <a:cs typeface="DM Sans"/>
              <a:sym typeface="DM Sans"/>
            </a:endParaRPr>
          </a:p>
          <a:p>
            <a:pPr indent="0" lvl="0" marL="0" rtl="0" algn="l">
              <a:spcBef>
                <a:spcPts val="0"/>
              </a:spcBef>
              <a:spcAft>
                <a:spcPts val="0"/>
              </a:spcAft>
              <a:buNone/>
            </a:pPr>
            <a:r>
              <a:rPr b="1" lang="en" sz="2000">
                <a:solidFill>
                  <a:srgbClr val="FFFFFF"/>
                </a:solidFill>
                <a:latin typeface="DM Sans"/>
                <a:ea typeface="DM Sans"/>
                <a:cs typeface="DM Sans"/>
                <a:sym typeface="DM Sans"/>
              </a:rPr>
              <a:t>12. What does the passage suggest about Maya?</a:t>
            </a:r>
            <a:endParaRPr b="1" sz="2000">
              <a:solidFill>
                <a:srgbClr val="FFFFFF"/>
              </a:solidFill>
              <a:latin typeface="DM Sans"/>
              <a:ea typeface="DM Sans"/>
              <a:cs typeface="DM Sans"/>
              <a:sym typeface="DM Sans"/>
            </a:endParaRPr>
          </a:p>
          <a:p>
            <a:pPr indent="0" lvl="0" marL="0" rtl="0" algn="l">
              <a:spcBef>
                <a:spcPts val="0"/>
              </a:spcBef>
              <a:spcAft>
                <a:spcPts val="0"/>
              </a:spcAft>
              <a:buNone/>
            </a:pPr>
            <a:r>
              <a:t/>
            </a:r>
            <a:endParaRPr b="1" sz="200">
              <a:solidFill>
                <a:srgbClr val="FFFFFF"/>
              </a:solidFill>
              <a:latin typeface="DM Sans"/>
              <a:ea typeface="DM Sans"/>
              <a:cs typeface="DM Sans"/>
              <a:sym typeface="DM Sans"/>
            </a:endParaRPr>
          </a:p>
          <a:p>
            <a:pPr indent="0" lvl="0" marL="0" rtl="0" algn="l">
              <a:spcBef>
                <a:spcPts val="0"/>
              </a:spcBef>
              <a:spcAft>
                <a:spcPts val="0"/>
              </a:spcAft>
              <a:buNone/>
            </a:pPr>
            <a:r>
              <a:t/>
            </a:r>
            <a:endParaRPr b="1" sz="2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1800">
                <a:solidFill>
                  <a:srgbClr val="FFFFFF"/>
                </a:solidFill>
                <a:latin typeface="DM Sans"/>
                <a:ea typeface="DM Sans"/>
                <a:cs typeface="DM Sans"/>
                <a:sym typeface="DM Sans"/>
              </a:rPr>
              <a:t>A) She became physically warm</a:t>
            </a:r>
            <a:endParaRPr sz="18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1800">
                <a:solidFill>
                  <a:srgbClr val="FFFFFF"/>
                </a:solidFill>
                <a:latin typeface="DM Sans"/>
                <a:ea typeface="DM Sans"/>
                <a:cs typeface="DM Sans"/>
                <a:sym typeface="DM Sans"/>
              </a:rPr>
              <a:t>B) </a:t>
            </a:r>
            <a:r>
              <a:rPr lang="en" sz="1800">
                <a:solidFill>
                  <a:schemeClr val="lt1"/>
                </a:solidFill>
                <a:latin typeface="DM Sans"/>
                <a:ea typeface="DM Sans"/>
                <a:cs typeface="DM Sans"/>
                <a:sym typeface="DM Sans"/>
              </a:rPr>
              <a:t>She went outside</a:t>
            </a:r>
            <a:endParaRPr sz="18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1800">
                <a:solidFill>
                  <a:srgbClr val="FFFFFF"/>
                </a:solidFill>
                <a:latin typeface="DM Sans"/>
                <a:ea typeface="DM Sans"/>
                <a:cs typeface="DM Sans"/>
                <a:sym typeface="DM Sans"/>
              </a:rPr>
              <a:t>C) </a:t>
            </a:r>
            <a:r>
              <a:rPr lang="en" sz="1800">
                <a:solidFill>
                  <a:schemeClr val="lt1"/>
                </a:solidFill>
                <a:latin typeface="DM Sans"/>
                <a:ea typeface="DM Sans"/>
                <a:cs typeface="DM Sans"/>
                <a:sym typeface="DM Sans"/>
              </a:rPr>
              <a:t>She lost her patience completely</a:t>
            </a:r>
            <a:endParaRPr sz="18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1800">
                <a:solidFill>
                  <a:srgbClr val="FFFFFF"/>
                </a:solidFill>
                <a:latin typeface="DM Sans"/>
                <a:ea typeface="DM Sans"/>
                <a:cs typeface="DM Sans"/>
                <a:sym typeface="DM Sans"/>
              </a:rPr>
              <a:t>D) She started to relax</a:t>
            </a:r>
            <a:endParaRPr sz="1800">
              <a:solidFill>
                <a:srgbClr val="FFFFFF"/>
              </a:solidFill>
              <a:latin typeface="DM Sans"/>
              <a:ea typeface="DM Sans"/>
              <a:cs typeface="DM Sans"/>
              <a:sym typeface="DM Sans"/>
            </a:endParaRPr>
          </a:p>
        </p:txBody>
      </p:sp>
      <p:sp>
        <p:nvSpPr>
          <p:cNvPr id="620" name="Google Shape;620;p46"/>
          <p:cNvSpPr/>
          <p:nvPr/>
        </p:nvSpPr>
        <p:spPr>
          <a:xfrm>
            <a:off x="-3183383" y="4221000"/>
            <a:ext cx="12327381"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hyperbole cynical repetition</a:t>
            </a: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47"/>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6" name="Google Shape;626;p47"/>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627" name="Google Shape;627;p47"/>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12</a:t>
            </a:r>
            <a:endParaRPr sz="4800">
              <a:latin typeface="Merriweather"/>
              <a:ea typeface="Merriweather"/>
              <a:cs typeface="Merriweather"/>
              <a:sym typeface="Merriweather"/>
            </a:endParaRPr>
          </a:p>
        </p:txBody>
      </p:sp>
      <p:pic>
        <p:nvPicPr>
          <p:cNvPr id="628" name="Google Shape;628;p47"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629" name="Google Shape;629;p47"/>
          <p:cNvSpPr txBox="1"/>
          <p:nvPr/>
        </p:nvSpPr>
        <p:spPr>
          <a:xfrm>
            <a:off x="484500" y="1450801"/>
            <a:ext cx="8175000" cy="25029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1800">
                <a:solidFill>
                  <a:schemeClr val="lt1"/>
                </a:solidFill>
                <a:latin typeface="DM Sans"/>
                <a:ea typeface="DM Sans"/>
                <a:cs typeface="DM Sans"/>
                <a:sym typeface="DM Sans"/>
              </a:rPr>
              <a:t>As the argument continued, Maya’s patience began to slip away. By the end of the conversation, her calm demeanor had melted like ice under the hot sun.</a:t>
            </a:r>
            <a:endParaRPr sz="200">
              <a:solidFill>
                <a:srgbClr val="FFFFFF"/>
              </a:solidFill>
              <a:latin typeface="DM Sans"/>
              <a:ea typeface="DM Sans"/>
              <a:cs typeface="DM Sans"/>
              <a:sym typeface="DM Sans"/>
            </a:endParaRPr>
          </a:p>
          <a:p>
            <a:pPr indent="0" lvl="0" marL="0" rtl="0" algn="l">
              <a:spcBef>
                <a:spcPts val="0"/>
              </a:spcBef>
              <a:spcAft>
                <a:spcPts val="0"/>
              </a:spcAft>
              <a:buNone/>
            </a:pPr>
            <a:r>
              <a:t/>
            </a:r>
            <a:endParaRPr sz="400">
              <a:solidFill>
                <a:srgbClr val="FFFFFF"/>
              </a:solidFill>
              <a:latin typeface="DM Sans"/>
              <a:ea typeface="DM Sans"/>
              <a:cs typeface="DM Sans"/>
              <a:sym typeface="DM Sans"/>
            </a:endParaRPr>
          </a:p>
          <a:p>
            <a:pPr indent="0" lvl="0" marL="0" rtl="0" algn="l">
              <a:spcBef>
                <a:spcPts val="0"/>
              </a:spcBef>
              <a:spcAft>
                <a:spcPts val="0"/>
              </a:spcAft>
              <a:buNone/>
            </a:pPr>
            <a:r>
              <a:rPr b="1" lang="en" sz="2000">
                <a:solidFill>
                  <a:srgbClr val="FFFFFF"/>
                </a:solidFill>
                <a:latin typeface="DM Sans"/>
                <a:ea typeface="DM Sans"/>
                <a:cs typeface="DM Sans"/>
                <a:sym typeface="DM Sans"/>
              </a:rPr>
              <a:t>12. What does the passage suggest about Maya?</a:t>
            </a:r>
            <a:endParaRPr b="1" sz="2000">
              <a:solidFill>
                <a:srgbClr val="FFFFFF"/>
              </a:solidFill>
              <a:latin typeface="DM Sans"/>
              <a:ea typeface="DM Sans"/>
              <a:cs typeface="DM Sans"/>
              <a:sym typeface="DM Sans"/>
            </a:endParaRPr>
          </a:p>
          <a:p>
            <a:pPr indent="0" lvl="0" marL="0" rtl="0" algn="l">
              <a:spcBef>
                <a:spcPts val="0"/>
              </a:spcBef>
              <a:spcAft>
                <a:spcPts val="0"/>
              </a:spcAft>
              <a:buNone/>
            </a:pPr>
            <a:r>
              <a:t/>
            </a:r>
            <a:endParaRPr b="1" sz="200">
              <a:solidFill>
                <a:srgbClr val="FFFFFF"/>
              </a:solidFill>
              <a:latin typeface="DM Sans"/>
              <a:ea typeface="DM Sans"/>
              <a:cs typeface="DM Sans"/>
              <a:sym typeface="DM Sans"/>
            </a:endParaRPr>
          </a:p>
          <a:p>
            <a:pPr indent="0" lvl="0" marL="0" rtl="0" algn="l">
              <a:spcBef>
                <a:spcPts val="0"/>
              </a:spcBef>
              <a:spcAft>
                <a:spcPts val="0"/>
              </a:spcAft>
              <a:buNone/>
            </a:pPr>
            <a:r>
              <a:t/>
            </a:r>
            <a:endParaRPr b="1" sz="2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1800">
                <a:solidFill>
                  <a:srgbClr val="FFFFFF"/>
                </a:solidFill>
                <a:latin typeface="DM Sans"/>
                <a:ea typeface="DM Sans"/>
                <a:cs typeface="DM Sans"/>
                <a:sym typeface="DM Sans"/>
              </a:rPr>
              <a:t>A) She became physically warm</a:t>
            </a:r>
            <a:endParaRPr sz="18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1800">
                <a:solidFill>
                  <a:srgbClr val="FFFFFF"/>
                </a:solidFill>
                <a:latin typeface="DM Sans"/>
                <a:ea typeface="DM Sans"/>
                <a:cs typeface="DM Sans"/>
                <a:sym typeface="DM Sans"/>
              </a:rPr>
              <a:t>B) </a:t>
            </a:r>
            <a:r>
              <a:rPr lang="en" sz="1800">
                <a:solidFill>
                  <a:schemeClr val="lt1"/>
                </a:solidFill>
                <a:latin typeface="DM Sans"/>
                <a:ea typeface="DM Sans"/>
                <a:cs typeface="DM Sans"/>
                <a:sym typeface="DM Sans"/>
              </a:rPr>
              <a:t>She went outside</a:t>
            </a:r>
            <a:endParaRPr sz="18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b="1" lang="en" sz="1800">
                <a:solidFill>
                  <a:srgbClr val="FFFFFF"/>
                </a:solidFill>
                <a:latin typeface="DM Sans"/>
                <a:ea typeface="DM Sans"/>
                <a:cs typeface="DM Sans"/>
                <a:sym typeface="DM Sans"/>
              </a:rPr>
              <a:t>C) </a:t>
            </a:r>
            <a:r>
              <a:rPr b="1" lang="en" sz="1800">
                <a:solidFill>
                  <a:schemeClr val="lt1"/>
                </a:solidFill>
                <a:latin typeface="DM Sans"/>
                <a:ea typeface="DM Sans"/>
                <a:cs typeface="DM Sans"/>
                <a:sym typeface="DM Sans"/>
              </a:rPr>
              <a:t>She lost her patience completely</a:t>
            </a:r>
            <a:endParaRPr b="1" sz="18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1800">
                <a:solidFill>
                  <a:srgbClr val="FFFFFF"/>
                </a:solidFill>
                <a:latin typeface="DM Sans"/>
                <a:ea typeface="DM Sans"/>
                <a:cs typeface="DM Sans"/>
                <a:sym typeface="DM Sans"/>
              </a:rPr>
              <a:t>D) She started to relax</a:t>
            </a:r>
            <a:endParaRPr sz="1800">
              <a:solidFill>
                <a:srgbClr val="FFFFFF"/>
              </a:solidFill>
              <a:latin typeface="DM Sans"/>
              <a:ea typeface="DM Sans"/>
              <a:cs typeface="DM Sans"/>
              <a:sym typeface="DM Sans"/>
            </a:endParaRPr>
          </a:p>
        </p:txBody>
      </p:sp>
      <p:sp>
        <p:nvSpPr>
          <p:cNvPr id="630" name="Google Shape;630;p47"/>
          <p:cNvSpPr/>
          <p:nvPr/>
        </p:nvSpPr>
        <p:spPr>
          <a:xfrm>
            <a:off x="-3183383" y="4221000"/>
            <a:ext cx="12327381"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hyperbole cynical repetition</a:t>
            </a: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48"/>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6" name="Google Shape;636;p48"/>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637" name="Google Shape;637;p48"/>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13</a:t>
            </a:r>
            <a:endParaRPr sz="4800">
              <a:latin typeface="Merriweather"/>
              <a:ea typeface="Merriweather"/>
              <a:cs typeface="Merriweather"/>
              <a:sym typeface="Merriweather"/>
            </a:endParaRPr>
          </a:p>
        </p:txBody>
      </p:sp>
      <p:pic>
        <p:nvPicPr>
          <p:cNvPr id="638" name="Google Shape;638;p48"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639" name="Google Shape;639;p48"/>
          <p:cNvSpPr txBox="1"/>
          <p:nvPr/>
        </p:nvSpPr>
        <p:spPr>
          <a:xfrm>
            <a:off x="484500" y="1450801"/>
            <a:ext cx="8175000" cy="26715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1900">
                <a:solidFill>
                  <a:schemeClr val="lt1"/>
                </a:solidFill>
                <a:latin typeface="DM Sans"/>
                <a:ea typeface="DM Sans"/>
                <a:cs typeface="DM Sans"/>
                <a:sym typeface="DM Sans"/>
              </a:rPr>
              <a:t>Although Priya had carefully prepared her response, the unexpected question caused her confidence to falter. In that moment, her thoughts seemed to dissolve, leaving her grasping for even the simplest words.</a:t>
            </a:r>
            <a:endParaRPr sz="3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rPr b="1" lang="en" sz="2100">
                <a:solidFill>
                  <a:srgbClr val="FFFFFF"/>
                </a:solidFill>
                <a:latin typeface="DM Sans"/>
                <a:ea typeface="DM Sans"/>
                <a:cs typeface="DM Sans"/>
                <a:sym typeface="DM Sans"/>
              </a:rPr>
              <a:t>13. </a:t>
            </a:r>
            <a:r>
              <a:rPr b="1" lang="en" sz="2100">
                <a:solidFill>
                  <a:srgbClr val="FFFFFF"/>
                </a:solidFill>
                <a:latin typeface="DM Sans"/>
                <a:ea typeface="DM Sans"/>
                <a:cs typeface="DM Sans"/>
                <a:sym typeface="DM Sans"/>
              </a:rPr>
              <a:t>What does “her thoughts seemed to dissolve” imply?</a:t>
            </a:r>
            <a:endParaRPr b="1" sz="2100">
              <a:solidFill>
                <a:srgbClr val="FFFFFF"/>
              </a:solidFill>
              <a:latin typeface="DM Sans"/>
              <a:ea typeface="DM Sans"/>
              <a:cs typeface="DM Sans"/>
              <a:sym typeface="DM Sans"/>
            </a:endParaRPr>
          </a:p>
          <a:p>
            <a:pPr indent="0" lvl="0" marL="0" rtl="0" algn="l">
              <a:spcBef>
                <a:spcPts val="0"/>
              </a:spcBef>
              <a:spcAft>
                <a:spcPts val="0"/>
              </a:spcAft>
              <a:buNone/>
            </a:pPr>
            <a:r>
              <a:t/>
            </a:r>
            <a:endParaRPr b="1" sz="300">
              <a:solidFill>
                <a:srgbClr val="FFFFFF"/>
              </a:solidFill>
              <a:latin typeface="DM Sans"/>
              <a:ea typeface="DM Sans"/>
              <a:cs typeface="DM Sans"/>
              <a:sym typeface="DM Sans"/>
            </a:endParaRPr>
          </a:p>
          <a:p>
            <a:pPr indent="0" lvl="0" marL="0" rtl="0" algn="l">
              <a:spcBef>
                <a:spcPts val="0"/>
              </a:spcBef>
              <a:spcAft>
                <a:spcPts val="0"/>
              </a:spcAft>
              <a:buNone/>
            </a:pPr>
            <a:r>
              <a:t/>
            </a:r>
            <a:endParaRPr b="1" sz="3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1900">
                <a:solidFill>
                  <a:srgbClr val="FFFFFF"/>
                </a:solidFill>
                <a:latin typeface="DM Sans"/>
                <a:ea typeface="DM Sans"/>
                <a:cs typeface="DM Sans"/>
                <a:sym typeface="DM Sans"/>
              </a:rPr>
              <a:t>A) </a:t>
            </a:r>
            <a:r>
              <a:rPr lang="en" sz="1900">
                <a:solidFill>
                  <a:schemeClr val="lt1"/>
                </a:solidFill>
                <a:latin typeface="DM Sans"/>
                <a:ea typeface="DM Sans"/>
                <a:cs typeface="DM Sans"/>
                <a:sym typeface="DM Sans"/>
              </a:rPr>
              <a:t>Her ideas became unclear or inaccessible</a:t>
            </a:r>
            <a:endParaRPr sz="1900">
              <a:solidFill>
                <a:schemeClr val="lt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1900">
                <a:solidFill>
                  <a:srgbClr val="FFFFFF"/>
                </a:solidFill>
                <a:latin typeface="DM Sans"/>
                <a:ea typeface="DM Sans"/>
                <a:cs typeface="DM Sans"/>
                <a:sym typeface="DM Sans"/>
              </a:rPr>
              <a:t>B) </a:t>
            </a:r>
            <a:r>
              <a:rPr lang="en" sz="1900">
                <a:solidFill>
                  <a:srgbClr val="FFFFFF"/>
                </a:solidFill>
                <a:latin typeface="DM Sans"/>
                <a:ea typeface="DM Sans"/>
                <a:cs typeface="DM Sans"/>
                <a:sym typeface="DM Sans"/>
              </a:rPr>
              <a:t>She chose not to answer</a:t>
            </a:r>
            <a:endParaRPr sz="19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1900">
                <a:solidFill>
                  <a:srgbClr val="FFFFFF"/>
                </a:solidFill>
                <a:latin typeface="DM Sans"/>
                <a:ea typeface="DM Sans"/>
                <a:cs typeface="DM Sans"/>
                <a:sym typeface="DM Sans"/>
              </a:rPr>
              <a:t>C) Her response improved over time</a:t>
            </a:r>
            <a:endParaRPr sz="19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1900">
                <a:solidFill>
                  <a:srgbClr val="FFFFFF"/>
                </a:solidFill>
                <a:latin typeface="DM Sans"/>
                <a:ea typeface="DM Sans"/>
                <a:cs typeface="DM Sans"/>
                <a:sym typeface="DM Sans"/>
              </a:rPr>
              <a:t>D) She ignored the question entirely</a:t>
            </a:r>
            <a:endParaRPr sz="1900">
              <a:solidFill>
                <a:srgbClr val="FFFFFF"/>
              </a:solidFill>
              <a:latin typeface="DM Sans"/>
              <a:ea typeface="DM Sans"/>
              <a:cs typeface="DM Sans"/>
              <a:sym typeface="DM Sans"/>
            </a:endParaRPr>
          </a:p>
        </p:txBody>
      </p:sp>
      <p:sp>
        <p:nvSpPr>
          <p:cNvPr id="640" name="Google Shape;640;p48"/>
          <p:cNvSpPr/>
          <p:nvPr/>
        </p:nvSpPr>
        <p:spPr>
          <a:xfrm>
            <a:off x="-3183383" y="4221000"/>
            <a:ext cx="12327381"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hyperbole cynical repetition</a:t>
            </a: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49"/>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6" name="Google Shape;646;p49"/>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647" name="Google Shape;647;p49"/>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13</a:t>
            </a:r>
            <a:endParaRPr sz="4800">
              <a:latin typeface="Merriweather"/>
              <a:ea typeface="Merriweather"/>
              <a:cs typeface="Merriweather"/>
              <a:sym typeface="Merriweather"/>
            </a:endParaRPr>
          </a:p>
        </p:txBody>
      </p:sp>
      <p:pic>
        <p:nvPicPr>
          <p:cNvPr id="648" name="Google Shape;648;p49"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649" name="Google Shape;649;p49"/>
          <p:cNvSpPr txBox="1"/>
          <p:nvPr/>
        </p:nvSpPr>
        <p:spPr>
          <a:xfrm>
            <a:off x="484500" y="1450801"/>
            <a:ext cx="8175000" cy="26715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1900">
                <a:solidFill>
                  <a:schemeClr val="lt1"/>
                </a:solidFill>
                <a:latin typeface="DM Sans"/>
                <a:ea typeface="DM Sans"/>
                <a:cs typeface="DM Sans"/>
                <a:sym typeface="DM Sans"/>
              </a:rPr>
              <a:t>Although Priya had carefully prepared her response, the unexpected question caused her confidence to falter. In that moment, her thoughts seemed to dissolve, leaving her grasping for even the simplest words.</a:t>
            </a:r>
            <a:endParaRPr sz="3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rPr b="1" lang="en" sz="2100">
                <a:solidFill>
                  <a:srgbClr val="FFFFFF"/>
                </a:solidFill>
                <a:latin typeface="DM Sans"/>
                <a:ea typeface="DM Sans"/>
                <a:cs typeface="DM Sans"/>
                <a:sym typeface="DM Sans"/>
              </a:rPr>
              <a:t>13. What does “her thoughts seemed to dissolve” imply?</a:t>
            </a:r>
            <a:endParaRPr b="1" sz="2100">
              <a:solidFill>
                <a:srgbClr val="FFFFFF"/>
              </a:solidFill>
              <a:latin typeface="DM Sans"/>
              <a:ea typeface="DM Sans"/>
              <a:cs typeface="DM Sans"/>
              <a:sym typeface="DM Sans"/>
            </a:endParaRPr>
          </a:p>
          <a:p>
            <a:pPr indent="0" lvl="0" marL="0" rtl="0" algn="l">
              <a:spcBef>
                <a:spcPts val="0"/>
              </a:spcBef>
              <a:spcAft>
                <a:spcPts val="0"/>
              </a:spcAft>
              <a:buNone/>
            </a:pPr>
            <a:r>
              <a:t/>
            </a:r>
            <a:endParaRPr b="1" sz="300">
              <a:solidFill>
                <a:srgbClr val="FFFFFF"/>
              </a:solidFill>
              <a:latin typeface="DM Sans"/>
              <a:ea typeface="DM Sans"/>
              <a:cs typeface="DM Sans"/>
              <a:sym typeface="DM Sans"/>
            </a:endParaRPr>
          </a:p>
          <a:p>
            <a:pPr indent="0" lvl="0" marL="0" rtl="0" algn="l">
              <a:spcBef>
                <a:spcPts val="0"/>
              </a:spcBef>
              <a:spcAft>
                <a:spcPts val="0"/>
              </a:spcAft>
              <a:buNone/>
            </a:pPr>
            <a:r>
              <a:t/>
            </a:r>
            <a:endParaRPr b="1" sz="3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b="1" lang="en" sz="1900">
                <a:solidFill>
                  <a:srgbClr val="FFFFFF"/>
                </a:solidFill>
                <a:latin typeface="DM Sans"/>
                <a:ea typeface="DM Sans"/>
                <a:cs typeface="DM Sans"/>
                <a:sym typeface="DM Sans"/>
              </a:rPr>
              <a:t>A) </a:t>
            </a:r>
            <a:r>
              <a:rPr b="1" lang="en" sz="1900">
                <a:solidFill>
                  <a:schemeClr val="lt1"/>
                </a:solidFill>
                <a:latin typeface="DM Sans"/>
                <a:ea typeface="DM Sans"/>
                <a:cs typeface="DM Sans"/>
                <a:sym typeface="DM Sans"/>
              </a:rPr>
              <a:t>Her ideas became unclear or inaccessible</a:t>
            </a:r>
            <a:endParaRPr b="1" sz="1900">
              <a:solidFill>
                <a:schemeClr val="lt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1900">
                <a:solidFill>
                  <a:srgbClr val="FFFFFF"/>
                </a:solidFill>
                <a:latin typeface="DM Sans"/>
                <a:ea typeface="DM Sans"/>
                <a:cs typeface="DM Sans"/>
                <a:sym typeface="DM Sans"/>
              </a:rPr>
              <a:t>B) She chose not to answer</a:t>
            </a:r>
            <a:endParaRPr sz="19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1900">
                <a:solidFill>
                  <a:srgbClr val="FFFFFF"/>
                </a:solidFill>
                <a:latin typeface="DM Sans"/>
                <a:ea typeface="DM Sans"/>
                <a:cs typeface="DM Sans"/>
                <a:sym typeface="DM Sans"/>
              </a:rPr>
              <a:t>C) Her response improved over time</a:t>
            </a:r>
            <a:endParaRPr sz="19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1900">
                <a:solidFill>
                  <a:srgbClr val="FFFFFF"/>
                </a:solidFill>
                <a:latin typeface="DM Sans"/>
                <a:ea typeface="DM Sans"/>
                <a:cs typeface="DM Sans"/>
                <a:sym typeface="DM Sans"/>
              </a:rPr>
              <a:t>D) She ignored the question entirely</a:t>
            </a:r>
            <a:endParaRPr sz="1900">
              <a:solidFill>
                <a:srgbClr val="FFFFFF"/>
              </a:solidFill>
              <a:latin typeface="DM Sans"/>
              <a:ea typeface="DM Sans"/>
              <a:cs typeface="DM Sans"/>
              <a:sym typeface="DM Sans"/>
            </a:endParaRPr>
          </a:p>
        </p:txBody>
      </p:sp>
      <p:sp>
        <p:nvSpPr>
          <p:cNvPr id="650" name="Google Shape;650;p49"/>
          <p:cNvSpPr/>
          <p:nvPr/>
        </p:nvSpPr>
        <p:spPr>
          <a:xfrm>
            <a:off x="-3183383" y="4221000"/>
            <a:ext cx="12327381"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hyperbole cynical repetition</a:t>
            </a: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50"/>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6" name="Google Shape;656;p50"/>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657" name="Google Shape;657;p50"/>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14</a:t>
            </a:r>
            <a:endParaRPr sz="4800">
              <a:latin typeface="Merriweather"/>
              <a:ea typeface="Merriweather"/>
              <a:cs typeface="Merriweather"/>
              <a:sym typeface="Merriweather"/>
            </a:endParaRPr>
          </a:p>
        </p:txBody>
      </p:sp>
      <p:pic>
        <p:nvPicPr>
          <p:cNvPr id="658" name="Google Shape;658;p50"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659" name="Google Shape;659;p50"/>
          <p:cNvSpPr txBox="1"/>
          <p:nvPr/>
        </p:nvSpPr>
        <p:spPr>
          <a:xfrm>
            <a:off x="484500" y="1450801"/>
            <a:ext cx="8175000" cy="26715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1900">
                <a:solidFill>
                  <a:schemeClr val="lt1"/>
                </a:solidFill>
                <a:latin typeface="DM Sans"/>
                <a:ea typeface="DM Sans"/>
                <a:cs typeface="DM Sans"/>
                <a:sym typeface="DM Sans"/>
              </a:rPr>
              <a:t>As the principal announced the results, a heavy silence settled over the auditorium. The disappointment in the room spread quickly, casting a shadow over even those who had not expected to win.</a:t>
            </a:r>
            <a:endParaRPr sz="3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rPr b="1" lang="en" sz="2100">
                <a:solidFill>
                  <a:srgbClr val="FFFFFF"/>
                </a:solidFill>
                <a:latin typeface="DM Sans"/>
                <a:ea typeface="DM Sans"/>
                <a:cs typeface="DM Sans"/>
                <a:sym typeface="DM Sans"/>
              </a:rPr>
              <a:t>14. </a:t>
            </a:r>
            <a:r>
              <a:rPr b="1" lang="en" sz="2100">
                <a:solidFill>
                  <a:srgbClr val="FFFFFF"/>
                </a:solidFill>
                <a:latin typeface="DM Sans"/>
                <a:ea typeface="DM Sans"/>
                <a:cs typeface="DM Sans"/>
                <a:sym typeface="DM Sans"/>
              </a:rPr>
              <a:t>What does “casting a shadow” most nearly suggest?</a:t>
            </a:r>
            <a:endParaRPr b="1" sz="2100">
              <a:solidFill>
                <a:srgbClr val="FFFFFF"/>
              </a:solidFill>
              <a:latin typeface="DM Sans"/>
              <a:ea typeface="DM Sans"/>
              <a:cs typeface="DM Sans"/>
              <a:sym typeface="DM Sans"/>
            </a:endParaRPr>
          </a:p>
          <a:p>
            <a:pPr indent="0" lvl="0" marL="0" rtl="0" algn="l">
              <a:spcBef>
                <a:spcPts val="0"/>
              </a:spcBef>
              <a:spcAft>
                <a:spcPts val="0"/>
              </a:spcAft>
              <a:buNone/>
            </a:pPr>
            <a:r>
              <a:t/>
            </a:r>
            <a:endParaRPr b="1" sz="300">
              <a:solidFill>
                <a:srgbClr val="FFFFFF"/>
              </a:solidFill>
              <a:latin typeface="DM Sans"/>
              <a:ea typeface="DM Sans"/>
              <a:cs typeface="DM Sans"/>
              <a:sym typeface="DM Sans"/>
            </a:endParaRPr>
          </a:p>
          <a:p>
            <a:pPr indent="0" lvl="0" marL="0" rtl="0" algn="l">
              <a:spcBef>
                <a:spcPts val="0"/>
              </a:spcBef>
              <a:spcAft>
                <a:spcPts val="0"/>
              </a:spcAft>
              <a:buNone/>
            </a:pPr>
            <a:r>
              <a:t/>
            </a:r>
            <a:endParaRPr b="1" sz="3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1900">
                <a:solidFill>
                  <a:srgbClr val="FFFFFF"/>
                </a:solidFill>
                <a:latin typeface="DM Sans"/>
                <a:ea typeface="DM Sans"/>
                <a:cs typeface="DM Sans"/>
                <a:sym typeface="DM Sans"/>
              </a:rPr>
              <a:t>A) </a:t>
            </a:r>
            <a:r>
              <a:rPr lang="en" sz="1900">
                <a:solidFill>
                  <a:srgbClr val="FFFFFF"/>
                </a:solidFill>
                <a:latin typeface="DM Sans"/>
                <a:ea typeface="DM Sans"/>
                <a:cs typeface="DM Sans"/>
                <a:sym typeface="DM Sans"/>
              </a:rPr>
              <a:t>The lights in the room dimmed</a:t>
            </a:r>
            <a:endParaRPr sz="19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1900">
                <a:solidFill>
                  <a:srgbClr val="FFFFFF"/>
                </a:solidFill>
                <a:latin typeface="DM Sans"/>
                <a:ea typeface="DM Sans"/>
                <a:cs typeface="DM Sans"/>
                <a:sym typeface="DM Sans"/>
              </a:rPr>
              <a:t>B) </a:t>
            </a:r>
            <a:r>
              <a:rPr lang="en" sz="1900">
                <a:solidFill>
                  <a:schemeClr val="lt1"/>
                </a:solidFill>
                <a:latin typeface="DM Sans"/>
                <a:ea typeface="DM Sans"/>
                <a:cs typeface="DM Sans"/>
                <a:sym typeface="DM Sans"/>
              </a:rPr>
              <a:t>The audience became quiet</a:t>
            </a:r>
            <a:endParaRPr sz="19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1900">
                <a:solidFill>
                  <a:srgbClr val="FFFFFF"/>
                </a:solidFill>
                <a:latin typeface="DM Sans"/>
                <a:ea typeface="DM Sans"/>
                <a:cs typeface="DM Sans"/>
                <a:sym typeface="DM Sans"/>
              </a:rPr>
              <a:t>C) The announcement lasted a long time</a:t>
            </a:r>
            <a:endParaRPr sz="19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1900">
                <a:solidFill>
                  <a:srgbClr val="FFFFFF"/>
                </a:solidFill>
                <a:latin typeface="DM Sans"/>
                <a:ea typeface="DM Sans"/>
                <a:cs typeface="DM Sans"/>
                <a:sym typeface="DM Sans"/>
              </a:rPr>
              <a:t>D) </a:t>
            </a:r>
            <a:r>
              <a:rPr lang="en" sz="1900">
                <a:solidFill>
                  <a:schemeClr val="lt1"/>
                </a:solidFill>
                <a:latin typeface="DM Sans"/>
                <a:ea typeface="DM Sans"/>
                <a:cs typeface="DM Sans"/>
                <a:sym typeface="DM Sans"/>
              </a:rPr>
              <a:t>The mood became somber and discouraging</a:t>
            </a:r>
            <a:endParaRPr sz="1900">
              <a:solidFill>
                <a:srgbClr val="FFFFFF"/>
              </a:solidFill>
              <a:latin typeface="DM Sans"/>
              <a:ea typeface="DM Sans"/>
              <a:cs typeface="DM Sans"/>
              <a:sym typeface="DM Sans"/>
            </a:endParaRPr>
          </a:p>
        </p:txBody>
      </p:sp>
      <p:sp>
        <p:nvSpPr>
          <p:cNvPr id="660" name="Google Shape;660;p50"/>
          <p:cNvSpPr/>
          <p:nvPr/>
        </p:nvSpPr>
        <p:spPr>
          <a:xfrm>
            <a:off x="-3183383" y="4221000"/>
            <a:ext cx="12327381"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hyperbole cynical repetition</a:t>
            </a: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51"/>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6" name="Google Shape;666;p51"/>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667" name="Google Shape;667;p51"/>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14</a:t>
            </a:r>
            <a:endParaRPr sz="4800">
              <a:latin typeface="Merriweather"/>
              <a:ea typeface="Merriweather"/>
              <a:cs typeface="Merriweather"/>
              <a:sym typeface="Merriweather"/>
            </a:endParaRPr>
          </a:p>
        </p:txBody>
      </p:sp>
      <p:pic>
        <p:nvPicPr>
          <p:cNvPr id="668" name="Google Shape;668;p51"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669" name="Google Shape;669;p51"/>
          <p:cNvSpPr txBox="1"/>
          <p:nvPr/>
        </p:nvSpPr>
        <p:spPr>
          <a:xfrm>
            <a:off x="484500" y="1450801"/>
            <a:ext cx="8175000" cy="26715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1900">
                <a:solidFill>
                  <a:schemeClr val="lt1"/>
                </a:solidFill>
                <a:latin typeface="DM Sans"/>
                <a:ea typeface="DM Sans"/>
                <a:cs typeface="DM Sans"/>
                <a:sym typeface="DM Sans"/>
              </a:rPr>
              <a:t>As the principal announced the results, a heavy silence settled over the auditorium. The disappointment in the room spread quickly, casting a shadow over even those who had not expected to win.</a:t>
            </a:r>
            <a:endParaRPr sz="300">
              <a:solidFill>
                <a:srgbClr val="FFFFFF"/>
              </a:solidFill>
              <a:latin typeface="DM Sans"/>
              <a:ea typeface="DM Sans"/>
              <a:cs typeface="DM Sans"/>
              <a:sym typeface="DM Sans"/>
            </a:endParaRPr>
          </a:p>
          <a:p>
            <a:pPr indent="0" lvl="0" marL="0" rtl="0" algn="l">
              <a:spcBef>
                <a:spcPts val="0"/>
              </a:spcBef>
              <a:spcAft>
                <a:spcPts val="0"/>
              </a:spcAft>
              <a:buNone/>
            </a:pPr>
            <a:r>
              <a:t/>
            </a:r>
            <a:endParaRPr sz="500">
              <a:solidFill>
                <a:srgbClr val="FFFFFF"/>
              </a:solidFill>
              <a:latin typeface="DM Sans"/>
              <a:ea typeface="DM Sans"/>
              <a:cs typeface="DM Sans"/>
              <a:sym typeface="DM Sans"/>
            </a:endParaRPr>
          </a:p>
          <a:p>
            <a:pPr indent="0" lvl="0" marL="0" rtl="0" algn="l">
              <a:spcBef>
                <a:spcPts val="0"/>
              </a:spcBef>
              <a:spcAft>
                <a:spcPts val="0"/>
              </a:spcAft>
              <a:buNone/>
            </a:pPr>
            <a:r>
              <a:rPr b="1" lang="en" sz="2100">
                <a:solidFill>
                  <a:srgbClr val="FFFFFF"/>
                </a:solidFill>
                <a:latin typeface="DM Sans"/>
                <a:ea typeface="DM Sans"/>
                <a:cs typeface="DM Sans"/>
                <a:sym typeface="DM Sans"/>
              </a:rPr>
              <a:t>14. What does “casting a shadow” most nearly suggest?</a:t>
            </a:r>
            <a:endParaRPr b="1" sz="2100">
              <a:solidFill>
                <a:srgbClr val="FFFFFF"/>
              </a:solidFill>
              <a:latin typeface="DM Sans"/>
              <a:ea typeface="DM Sans"/>
              <a:cs typeface="DM Sans"/>
              <a:sym typeface="DM Sans"/>
            </a:endParaRPr>
          </a:p>
          <a:p>
            <a:pPr indent="0" lvl="0" marL="0" rtl="0" algn="l">
              <a:spcBef>
                <a:spcPts val="0"/>
              </a:spcBef>
              <a:spcAft>
                <a:spcPts val="0"/>
              </a:spcAft>
              <a:buNone/>
            </a:pPr>
            <a:r>
              <a:t/>
            </a:r>
            <a:endParaRPr b="1" sz="300">
              <a:solidFill>
                <a:srgbClr val="FFFFFF"/>
              </a:solidFill>
              <a:latin typeface="DM Sans"/>
              <a:ea typeface="DM Sans"/>
              <a:cs typeface="DM Sans"/>
              <a:sym typeface="DM Sans"/>
            </a:endParaRPr>
          </a:p>
          <a:p>
            <a:pPr indent="0" lvl="0" marL="0" rtl="0" algn="l">
              <a:spcBef>
                <a:spcPts val="0"/>
              </a:spcBef>
              <a:spcAft>
                <a:spcPts val="0"/>
              </a:spcAft>
              <a:buNone/>
            </a:pPr>
            <a:r>
              <a:t/>
            </a:r>
            <a:endParaRPr b="1" sz="3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1900">
                <a:solidFill>
                  <a:srgbClr val="FFFFFF"/>
                </a:solidFill>
                <a:latin typeface="DM Sans"/>
                <a:ea typeface="DM Sans"/>
                <a:cs typeface="DM Sans"/>
                <a:sym typeface="DM Sans"/>
              </a:rPr>
              <a:t>A) The lights in the room dimmed</a:t>
            </a:r>
            <a:endParaRPr sz="19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1900">
                <a:solidFill>
                  <a:srgbClr val="FFFFFF"/>
                </a:solidFill>
                <a:latin typeface="DM Sans"/>
                <a:ea typeface="DM Sans"/>
                <a:cs typeface="DM Sans"/>
                <a:sym typeface="DM Sans"/>
              </a:rPr>
              <a:t>B) </a:t>
            </a:r>
            <a:r>
              <a:rPr lang="en" sz="1900">
                <a:solidFill>
                  <a:schemeClr val="lt1"/>
                </a:solidFill>
                <a:latin typeface="DM Sans"/>
                <a:ea typeface="DM Sans"/>
                <a:cs typeface="DM Sans"/>
                <a:sym typeface="DM Sans"/>
              </a:rPr>
              <a:t>The audience became quiet</a:t>
            </a:r>
            <a:endParaRPr sz="19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n" sz="1900">
                <a:solidFill>
                  <a:srgbClr val="FFFFFF"/>
                </a:solidFill>
                <a:latin typeface="DM Sans"/>
                <a:ea typeface="DM Sans"/>
                <a:cs typeface="DM Sans"/>
                <a:sym typeface="DM Sans"/>
              </a:rPr>
              <a:t>C) The announcement lasted a long time</a:t>
            </a:r>
            <a:endParaRPr sz="19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b="1" lang="en" sz="1900">
                <a:solidFill>
                  <a:srgbClr val="FFFFFF"/>
                </a:solidFill>
                <a:latin typeface="DM Sans"/>
                <a:ea typeface="DM Sans"/>
                <a:cs typeface="DM Sans"/>
                <a:sym typeface="DM Sans"/>
              </a:rPr>
              <a:t>D) </a:t>
            </a:r>
            <a:r>
              <a:rPr b="1" lang="en" sz="1900">
                <a:solidFill>
                  <a:schemeClr val="lt1"/>
                </a:solidFill>
                <a:latin typeface="DM Sans"/>
                <a:ea typeface="DM Sans"/>
                <a:cs typeface="DM Sans"/>
                <a:sym typeface="DM Sans"/>
              </a:rPr>
              <a:t>The mood became somber and discouraging</a:t>
            </a:r>
            <a:endParaRPr b="1" sz="1900">
              <a:solidFill>
                <a:srgbClr val="FFFFFF"/>
              </a:solidFill>
              <a:latin typeface="DM Sans"/>
              <a:ea typeface="DM Sans"/>
              <a:cs typeface="DM Sans"/>
              <a:sym typeface="DM Sans"/>
            </a:endParaRPr>
          </a:p>
        </p:txBody>
      </p:sp>
      <p:sp>
        <p:nvSpPr>
          <p:cNvPr id="670" name="Google Shape;670;p51"/>
          <p:cNvSpPr/>
          <p:nvPr/>
        </p:nvSpPr>
        <p:spPr>
          <a:xfrm>
            <a:off x="-3183383" y="4221000"/>
            <a:ext cx="12327381" cy="903878"/>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hyperbole cynical repetition</a:t>
            </a: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6DED9"/>
        </a:solidFill>
      </p:bgPr>
    </p:bg>
    <p:spTree>
      <p:nvGrpSpPr>
        <p:cNvPr id="674" name="Shape 674"/>
        <p:cNvGrpSpPr/>
        <p:nvPr/>
      </p:nvGrpSpPr>
      <p:grpSpPr>
        <a:xfrm>
          <a:off x="0" y="0"/>
          <a:ext cx="0" cy="0"/>
          <a:chOff x="0" y="0"/>
          <a:chExt cx="0" cy="0"/>
        </a:xfrm>
      </p:grpSpPr>
      <p:sp>
        <p:nvSpPr>
          <p:cNvPr id="675" name="Google Shape;675;p52"/>
          <p:cNvSpPr/>
          <p:nvPr/>
        </p:nvSpPr>
        <p:spPr>
          <a:xfrm>
            <a:off x="0" y="2642900"/>
            <a:ext cx="9144000" cy="738900"/>
          </a:xfrm>
          <a:prstGeom prst="rect">
            <a:avLst/>
          </a:prstGeom>
          <a:solidFill>
            <a:srgbClr val="6D2A4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6" name="Google Shape;676;p52"/>
          <p:cNvSpPr/>
          <p:nvPr/>
        </p:nvSpPr>
        <p:spPr>
          <a:xfrm>
            <a:off x="228590" y="1324402"/>
            <a:ext cx="2057400" cy="2057400"/>
          </a:xfrm>
          <a:prstGeom prst="ellipse">
            <a:avLst/>
          </a:prstGeom>
          <a:solidFill>
            <a:srgbClr val="6D2A4B"/>
          </a:solidFill>
          <a:ln cap="flat" cmpd="sng" w="152400">
            <a:solidFill>
              <a:srgbClr val="C6DED9"/>
            </a:solidFill>
            <a:prstDash val="solid"/>
            <a:round/>
            <a:headEnd len="sm" w="sm" type="none"/>
            <a:tailEnd len="sm" w="sm" type="none"/>
          </a:ln>
        </p:spPr>
        <p:txBody>
          <a:bodyPr anchorCtr="0" anchor="ctr" bIns="0" lIns="0" spcFirstLastPara="1" rIns="0" wrap="square" tIns="228600">
            <a:noAutofit/>
          </a:bodyPr>
          <a:lstStyle/>
          <a:p>
            <a:pPr indent="0" lvl="0" marL="0" rtl="0" algn="ctr">
              <a:lnSpc>
                <a:spcPct val="100000"/>
              </a:lnSpc>
              <a:spcBef>
                <a:spcPts val="0"/>
              </a:spcBef>
              <a:spcAft>
                <a:spcPts val="0"/>
              </a:spcAft>
              <a:buNone/>
            </a:pPr>
            <a:r>
              <a:rPr lang="en" sz="3200">
                <a:solidFill>
                  <a:srgbClr val="FFFFFF"/>
                </a:solidFill>
                <a:latin typeface="Merriweather"/>
                <a:ea typeface="Merriweather"/>
                <a:cs typeface="Merriweather"/>
                <a:sym typeface="Merriweather"/>
              </a:rPr>
              <a:t>Spring</a:t>
            </a:r>
            <a:endParaRPr sz="3200">
              <a:solidFill>
                <a:srgbClr val="FFFFFF"/>
              </a:solidFill>
              <a:latin typeface="Merriweather"/>
              <a:ea typeface="Merriweather"/>
              <a:cs typeface="Merriweather"/>
              <a:sym typeface="Merriweather"/>
            </a:endParaRPr>
          </a:p>
          <a:p>
            <a:pPr indent="0" lvl="0" marL="0" rtl="0" algn="ctr">
              <a:lnSpc>
                <a:spcPct val="80000"/>
              </a:lnSpc>
              <a:spcBef>
                <a:spcPts val="0"/>
              </a:spcBef>
              <a:spcAft>
                <a:spcPts val="0"/>
              </a:spcAft>
              <a:buNone/>
            </a:pPr>
            <a:r>
              <a:rPr b="1" lang="en" sz="9600">
                <a:solidFill>
                  <a:srgbClr val="FFFFFF"/>
                </a:solidFill>
                <a:latin typeface="Merriweather"/>
                <a:ea typeface="Merriweather"/>
                <a:cs typeface="Merriweather"/>
                <a:sym typeface="Merriweather"/>
              </a:rPr>
              <a:t>6</a:t>
            </a:r>
            <a:endParaRPr b="1" sz="9600">
              <a:solidFill>
                <a:srgbClr val="FFFFFF"/>
              </a:solidFill>
              <a:latin typeface="Merriweather"/>
              <a:ea typeface="Merriweather"/>
              <a:cs typeface="Merriweather"/>
              <a:sym typeface="Merriweather"/>
            </a:endParaRPr>
          </a:p>
        </p:txBody>
      </p:sp>
      <p:sp>
        <p:nvSpPr>
          <p:cNvPr id="677" name="Google Shape;677;p52"/>
          <p:cNvSpPr txBox="1"/>
          <p:nvPr/>
        </p:nvSpPr>
        <p:spPr>
          <a:xfrm>
            <a:off x="2514600" y="2642900"/>
            <a:ext cx="6400800" cy="738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4800">
                <a:solidFill>
                  <a:schemeClr val="lt1"/>
                </a:solidFill>
                <a:latin typeface="Merriweather"/>
                <a:ea typeface="Merriweather"/>
                <a:cs typeface="Merriweather"/>
                <a:sym typeface="Merriweather"/>
              </a:rPr>
              <a:t>Statistics</a:t>
            </a:r>
            <a:endParaRPr sz="4800">
              <a:solidFill>
                <a:schemeClr val="lt1"/>
              </a:solidFill>
              <a:latin typeface="Merriweather"/>
              <a:ea typeface="Merriweather"/>
              <a:cs typeface="Merriweather"/>
              <a:sym typeface="Merriweather"/>
            </a:endParaRPr>
          </a:p>
        </p:txBody>
      </p:sp>
      <p:sp>
        <p:nvSpPr>
          <p:cNvPr id="678" name="Google Shape;678;p52"/>
          <p:cNvSpPr txBox="1"/>
          <p:nvPr/>
        </p:nvSpPr>
        <p:spPr>
          <a:xfrm>
            <a:off x="2514600" y="2106800"/>
            <a:ext cx="6400800" cy="492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3200">
                <a:latin typeface="DM Sans"/>
                <a:ea typeface="DM Sans"/>
                <a:cs typeface="DM Sans"/>
                <a:sym typeface="DM Sans"/>
              </a:rPr>
              <a:t>Mathematics</a:t>
            </a:r>
            <a:endParaRPr sz="3200">
              <a:latin typeface="DM Sans"/>
              <a:ea typeface="DM Sans"/>
              <a:cs typeface="DM Sans"/>
              <a:sym typeface="DM Sans"/>
            </a:endParaRPr>
          </a:p>
        </p:txBody>
      </p:sp>
      <p:sp>
        <p:nvSpPr>
          <p:cNvPr id="679" name="Google Shape;679;p52"/>
          <p:cNvSpPr/>
          <p:nvPr/>
        </p:nvSpPr>
        <p:spPr>
          <a:xfrm>
            <a:off x="-8" y="0"/>
            <a:ext cx="11611573" cy="910574"/>
          </a:xfrm>
          <a:prstGeom prst="rect">
            <a:avLst/>
          </a:prstGeom>
        </p:spPr>
        <p:txBody>
          <a:bodyPr>
            <a:prstTxWarp prst="textPlain"/>
          </a:bodyPr>
          <a:lstStyle/>
          <a:p>
            <a:pPr lvl="0" algn="ctr"/>
            <a:r>
              <a:rPr b="0" i="0">
                <a:ln cap="flat" cmpd="sng" w="38100">
                  <a:solidFill>
                    <a:srgbClr val="6D2A4B"/>
                  </a:solidFill>
                  <a:prstDash val="solid"/>
                  <a:round/>
                  <a:headEnd len="sm" w="sm" type="none"/>
                  <a:tailEnd len="sm" w="sm" type="none"/>
                </a:ln>
                <a:noFill/>
                <a:latin typeface="DM Sans"/>
              </a:rPr>
              <a:t>mean mode average range</a:t>
            </a:r>
          </a:p>
        </p:txBody>
      </p:sp>
      <p:sp>
        <p:nvSpPr>
          <p:cNvPr id="680" name="Google Shape;680;p52"/>
          <p:cNvSpPr/>
          <p:nvPr/>
        </p:nvSpPr>
        <p:spPr>
          <a:xfrm>
            <a:off x="-7415158" y="4436915"/>
            <a:ext cx="16559154" cy="915356"/>
          </a:xfrm>
          <a:prstGeom prst="rect">
            <a:avLst/>
          </a:prstGeom>
        </p:spPr>
        <p:txBody>
          <a:bodyPr>
            <a:prstTxWarp prst="textPlain"/>
          </a:bodyPr>
          <a:lstStyle/>
          <a:p>
            <a:pPr lvl="0" algn="ctr"/>
            <a:r>
              <a:rPr b="0" i="0">
                <a:ln cap="flat" cmpd="sng" w="38100">
                  <a:solidFill>
                    <a:srgbClr val="6D2A4B"/>
                  </a:solidFill>
                  <a:prstDash val="solid"/>
                  <a:round/>
                  <a:headEnd len="sm" w="sm" type="none"/>
                  <a:tailEnd len="sm" w="sm" type="none"/>
                </a:ln>
                <a:noFill/>
                <a:latin typeface="DM Sans"/>
              </a:rPr>
              <a:t>interquartile range standard deviation</a:t>
            </a: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53"/>
          <p:cNvSpPr/>
          <p:nvPr/>
        </p:nvSpPr>
        <p:spPr>
          <a:xfrm>
            <a:off x="-7415158" y="4436915"/>
            <a:ext cx="16559154" cy="915356"/>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interquartile range standard deviation</a:t>
            </a:r>
          </a:p>
        </p:txBody>
      </p:sp>
      <p:sp>
        <p:nvSpPr>
          <p:cNvPr id="686" name="Google Shape;686;p53"/>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7" name="Google Shape;687;p53"/>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688" name="Google Shape;688;p53"/>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2400">
                <a:latin typeface="Merriweather"/>
                <a:ea typeface="Merriweather"/>
                <a:cs typeface="Merriweather"/>
                <a:sym typeface="Merriweather"/>
              </a:rPr>
              <a:t>Questions 1–6 are based on the following information.</a:t>
            </a:r>
            <a:endParaRPr b="1" sz="2400">
              <a:latin typeface="Merriweather"/>
              <a:ea typeface="Merriweather"/>
              <a:cs typeface="Merriweather"/>
              <a:sym typeface="Merriweather"/>
            </a:endParaRPr>
          </a:p>
        </p:txBody>
      </p:sp>
      <p:pic>
        <p:nvPicPr>
          <p:cNvPr id="689" name="Google Shape;689;p53"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690" name="Google Shape;690;p53"/>
          <p:cNvSpPr txBox="1"/>
          <p:nvPr/>
        </p:nvSpPr>
        <p:spPr>
          <a:xfrm>
            <a:off x="228600" y="1490400"/>
            <a:ext cx="8686800" cy="7389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400">
                <a:solidFill>
                  <a:srgbClr val="FFFFFF"/>
                </a:solidFill>
                <a:latin typeface="DM Sans"/>
                <a:ea typeface="DM Sans"/>
                <a:cs typeface="DM Sans"/>
                <a:sym typeface="DM Sans"/>
              </a:rPr>
              <a:t>Victoria wants to study the heights of students at Park Hill Junior High School.</a:t>
            </a:r>
            <a:endParaRPr i="1" sz="2400">
              <a:solidFill>
                <a:srgbClr val="FFFFFF"/>
              </a:solidFill>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690"/>
                                        </p:tgtEl>
                                        <p:attrNameLst>
                                          <p:attrName>style.visibility</p:attrName>
                                        </p:attrNameLst>
                                      </p:cBhvr>
                                      <p:to>
                                        <p:strVal val="visible"/>
                                      </p:to>
                                    </p:set>
                                    <p:animEffect filter="fade" transition="in">
                                      <p:cBhvr>
                                        <p:cTn dur="800"/>
                                        <p:tgtEl>
                                          <p:spTgt spid="6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54"/>
          <p:cNvSpPr/>
          <p:nvPr/>
        </p:nvSpPr>
        <p:spPr>
          <a:xfrm>
            <a:off x="-7415158" y="4436915"/>
            <a:ext cx="16559154" cy="915356"/>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interquartile range standard deviation</a:t>
            </a:r>
          </a:p>
        </p:txBody>
      </p:sp>
      <p:sp>
        <p:nvSpPr>
          <p:cNvPr id="696" name="Google Shape;696;p54"/>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7" name="Google Shape;697;p54"/>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698" name="Google Shape;698;p54"/>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a:t>
            </a:r>
            <a:endParaRPr sz="4800">
              <a:latin typeface="Merriweather"/>
              <a:ea typeface="Merriweather"/>
              <a:cs typeface="Merriweather"/>
              <a:sym typeface="Merriweather"/>
            </a:endParaRPr>
          </a:p>
        </p:txBody>
      </p:sp>
      <p:pic>
        <p:nvPicPr>
          <p:cNvPr id="699" name="Google Shape;699;p54"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700" name="Google Shape;700;p54"/>
          <p:cNvSpPr txBox="1"/>
          <p:nvPr/>
        </p:nvSpPr>
        <p:spPr>
          <a:xfrm>
            <a:off x="228600" y="1490400"/>
            <a:ext cx="8686800" cy="7389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400">
                <a:solidFill>
                  <a:srgbClr val="FFFFFF"/>
                </a:solidFill>
                <a:latin typeface="DM Sans"/>
                <a:ea typeface="DM Sans"/>
                <a:cs typeface="DM Sans"/>
                <a:sym typeface="DM Sans"/>
              </a:rPr>
              <a:t>She asks the question, “How tall are the students in my school?”. </a:t>
            </a:r>
            <a:r>
              <a:rPr b="1" lang="en" sz="2400">
                <a:solidFill>
                  <a:srgbClr val="FFFFFF"/>
                </a:solidFill>
                <a:latin typeface="DM Sans"/>
                <a:ea typeface="DM Sans"/>
                <a:cs typeface="DM Sans"/>
                <a:sym typeface="DM Sans"/>
              </a:rPr>
              <a:t>Explain why this is a statistical question.</a:t>
            </a:r>
            <a:endParaRPr b="1" i="1" sz="2400">
              <a:solidFill>
                <a:srgbClr val="FFFFFF"/>
              </a:solidFill>
              <a:latin typeface="DM Sans"/>
              <a:ea typeface="DM Sans"/>
              <a:cs typeface="DM Sans"/>
              <a:sym typeface="DM Sans"/>
            </a:endParaRPr>
          </a:p>
        </p:txBody>
      </p:sp>
      <p:sp>
        <p:nvSpPr>
          <p:cNvPr id="701" name="Google Shape;701;p54"/>
          <p:cNvSpPr txBox="1"/>
          <p:nvPr/>
        </p:nvSpPr>
        <p:spPr>
          <a:xfrm>
            <a:off x="228600" y="2457888"/>
            <a:ext cx="8686800" cy="7389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400">
                <a:solidFill>
                  <a:srgbClr val="FFFFFF"/>
                </a:solidFill>
                <a:latin typeface="DM Sans"/>
                <a:ea typeface="DM Sans"/>
                <a:cs typeface="DM Sans"/>
                <a:sym typeface="DM Sans"/>
              </a:rPr>
              <a:t>Acceptable answers include that </a:t>
            </a:r>
            <a:r>
              <a:rPr b="1" lang="en" sz="2400">
                <a:solidFill>
                  <a:srgbClr val="FFFFFF"/>
                </a:solidFill>
                <a:latin typeface="DM Sans"/>
                <a:ea typeface="DM Sans"/>
                <a:cs typeface="DM Sans"/>
                <a:sym typeface="DM Sans"/>
              </a:rPr>
              <a:t>it anticipates variability in the students' heights</a:t>
            </a:r>
            <a:r>
              <a:rPr lang="en" sz="2400">
                <a:solidFill>
                  <a:srgbClr val="FFFFFF"/>
                </a:solidFill>
                <a:latin typeface="DM Sans"/>
                <a:ea typeface="DM Sans"/>
                <a:cs typeface="DM Sans"/>
                <a:sym typeface="DM Sans"/>
              </a:rPr>
              <a:t>.</a:t>
            </a:r>
            <a:endParaRPr sz="2400">
              <a:solidFill>
                <a:srgbClr val="FFFFFF"/>
              </a:solidFill>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700"/>
                                        </p:tgtEl>
                                        <p:attrNameLst>
                                          <p:attrName>style.visibility</p:attrName>
                                        </p:attrNameLst>
                                      </p:cBhvr>
                                      <p:to>
                                        <p:strVal val="visible"/>
                                      </p:to>
                                    </p:set>
                                    <p:animEffect filter="fade" transition="in">
                                      <p:cBhvr>
                                        <p:cTn dur="800"/>
                                        <p:tgtEl>
                                          <p:spTgt spid="7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1"/>
                                        </p:tgtEl>
                                        <p:attrNameLst>
                                          <p:attrName>style.visibility</p:attrName>
                                        </p:attrNameLst>
                                      </p:cBhvr>
                                      <p:to>
                                        <p:strVal val="visible"/>
                                      </p:to>
                                    </p:set>
                                    <p:animEffect filter="fade" transition="in">
                                      <p:cBhvr>
                                        <p:cTn dur="800"/>
                                        <p:tgtEl>
                                          <p:spTgt spid="7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55"/>
          <p:cNvSpPr/>
          <p:nvPr/>
        </p:nvSpPr>
        <p:spPr>
          <a:xfrm>
            <a:off x="-7415158" y="4436915"/>
            <a:ext cx="16559154" cy="915356"/>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interquartile range standard deviation</a:t>
            </a:r>
          </a:p>
        </p:txBody>
      </p:sp>
      <p:sp>
        <p:nvSpPr>
          <p:cNvPr id="707" name="Google Shape;707;p55"/>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8" name="Google Shape;708;p55"/>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709" name="Google Shape;709;p55"/>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2</a:t>
            </a:r>
            <a:endParaRPr sz="4800">
              <a:latin typeface="Merriweather"/>
              <a:ea typeface="Merriweather"/>
              <a:cs typeface="Merriweather"/>
              <a:sym typeface="Merriweather"/>
            </a:endParaRPr>
          </a:p>
        </p:txBody>
      </p:sp>
      <p:pic>
        <p:nvPicPr>
          <p:cNvPr id="710" name="Google Shape;710;p55"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711" name="Google Shape;711;p55"/>
          <p:cNvSpPr txBox="1"/>
          <p:nvPr/>
        </p:nvSpPr>
        <p:spPr>
          <a:xfrm>
            <a:off x="228600" y="1490400"/>
            <a:ext cx="8686800" cy="14778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400">
                <a:solidFill>
                  <a:srgbClr val="FFFFFF"/>
                </a:solidFill>
                <a:latin typeface="DM Sans"/>
                <a:ea typeface="DM Sans"/>
                <a:cs typeface="DM Sans"/>
                <a:sym typeface="DM Sans"/>
              </a:rPr>
              <a:t>It would take too long for Victoria to get the heights of all 900 students in her school, so she decides to get a sample of 60 students instead. </a:t>
            </a:r>
            <a:r>
              <a:rPr b="1" lang="en" sz="2400">
                <a:solidFill>
                  <a:srgbClr val="FFFFFF"/>
                </a:solidFill>
                <a:latin typeface="DM Sans"/>
                <a:ea typeface="DM Sans"/>
                <a:cs typeface="DM Sans"/>
                <a:sym typeface="DM Sans"/>
              </a:rPr>
              <a:t>Out of the four options below, what would be the best way to get a representative sample?</a:t>
            </a:r>
            <a:endParaRPr b="1" i="1" sz="2400">
              <a:solidFill>
                <a:srgbClr val="FFFFFF"/>
              </a:solidFill>
              <a:latin typeface="DM Sans"/>
              <a:ea typeface="DM Sans"/>
              <a:cs typeface="DM Sans"/>
              <a:sym typeface="DM Sans"/>
            </a:endParaRPr>
          </a:p>
        </p:txBody>
      </p:sp>
      <p:sp>
        <p:nvSpPr>
          <p:cNvPr id="712" name="Google Shape;712;p55"/>
          <p:cNvSpPr txBox="1"/>
          <p:nvPr/>
        </p:nvSpPr>
        <p:spPr>
          <a:xfrm>
            <a:off x="228600" y="3196788"/>
            <a:ext cx="8686800" cy="3693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400">
                <a:solidFill>
                  <a:srgbClr val="FFFFFF"/>
                </a:solidFill>
                <a:latin typeface="DM Sans"/>
                <a:ea typeface="DM Sans"/>
                <a:cs typeface="DM Sans"/>
                <a:sym typeface="DM Sans"/>
              </a:rPr>
              <a:t>(Answers are on the next slide.)</a:t>
            </a:r>
            <a:endParaRPr sz="2400">
              <a:solidFill>
                <a:srgbClr val="FFFFFF"/>
              </a:solidFill>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711"/>
                                        </p:tgtEl>
                                        <p:attrNameLst>
                                          <p:attrName>style.visibility</p:attrName>
                                        </p:attrNameLst>
                                      </p:cBhvr>
                                      <p:to>
                                        <p:strVal val="visible"/>
                                      </p:to>
                                    </p:set>
                                    <p:animEffect filter="fade" transition="in">
                                      <p:cBhvr>
                                        <p:cTn dur="800"/>
                                        <p:tgtEl>
                                          <p:spTgt spid="711"/>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712"/>
                                        </p:tgtEl>
                                        <p:attrNameLst>
                                          <p:attrName>style.visibility</p:attrName>
                                        </p:attrNameLst>
                                      </p:cBhvr>
                                      <p:to>
                                        <p:strVal val="visible"/>
                                      </p:to>
                                    </p:set>
                                    <p:animEffect filter="fade" transition="in">
                                      <p:cBhvr>
                                        <p:cTn dur="800"/>
                                        <p:tgtEl>
                                          <p:spTgt spid="7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56"/>
          <p:cNvSpPr/>
          <p:nvPr/>
        </p:nvSpPr>
        <p:spPr>
          <a:xfrm>
            <a:off x="-7415158" y="4436915"/>
            <a:ext cx="16559154" cy="915356"/>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interquartile range standard deviation</a:t>
            </a:r>
          </a:p>
        </p:txBody>
      </p:sp>
      <p:sp>
        <p:nvSpPr>
          <p:cNvPr id="718" name="Google Shape;718;p56"/>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9" name="Google Shape;719;p56"/>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720" name="Google Shape;720;p56"/>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2</a:t>
            </a:r>
            <a:endParaRPr sz="4800">
              <a:latin typeface="Merriweather"/>
              <a:ea typeface="Merriweather"/>
              <a:cs typeface="Merriweather"/>
              <a:sym typeface="Merriweather"/>
            </a:endParaRPr>
          </a:p>
        </p:txBody>
      </p:sp>
      <p:pic>
        <p:nvPicPr>
          <p:cNvPr id="721" name="Google Shape;721;p56"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722" name="Google Shape;722;p56"/>
          <p:cNvSpPr txBox="1"/>
          <p:nvPr/>
        </p:nvSpPr>
        <p:spPr>
          <a:xfrm>
            <a:off x="228600" y="1490388"/>
            <a:ext cx="8686800" cy="33249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323850" lvl="0" marL="457200" rtl="0" algn="l">
              <a:spcBef>
                <a:spcPts val="0"/>
              </a:spcBef>
              <a:spcAft>
                <a:spcPts val="0"/>
              </a:spcAft>
              <a:buClr>
                <a:srgbClr val="FFFFFF"/>
              </a:buClr>
              <a:buSzPts val="2400"/>
              <a:buFont typeface="DM Sans"/>
              <a:buAutoNum type="alphaUcPeriod"/>
            </a:pPr>
            <a:r>
              <a:rPr lang="en" sz="2400">
                <a:solidFill>
                  <a:srgbClr val="FFFFFF"/>
                </a:solidFill>
                <a:latin typeface="DM Sans"/>
                <a:ea typeface="DM Sans"/>
                <a:cs typeface="DM Sans"/>
                <a:sym typeface="DM Sans"/>
              </a:rPr>
              <a:t>Send an online form in a Discord server with half of the school's students.</a:t>
            </a:r>
            <a:endParaRPr sz="2400">
              <a:solidFill>
                <a:srgbClr val="FFFFFF"/>
              </a:solidFill>
              <a:latin typeface="DM Sans"/>
              <a:ea typeface="DM Sans"/>
              <a:cs typeface="DM Sans"/>
              <a:sym typeface="DM Sans"/>
            </a:endParaRPr>
          </a:p>
          <a:p>
            <a:pPr indent="-323850" lvl="0" marL="457200" rtl="0" algn="l">
              <a:spcBef>
                <a:spcPts val="0"/>
              </a:spcBef>
              <a:spcAft>
                <a:spcPts val="0"/>
              </a:spcAft>
              <a:buClr>
                <a:srgbClr val="FFFFFF"/>
              </a:buClr>
              <a:buSzPts val="2400"/>
              <a:buFont typeface="DM Sans"/>
              <a:buAutoNum type="alphaUcPeriod"/>
            </a:pPr>
            <a:r>
              <a:rPr lang="en" sz="2400">
                <a:solidFill>
                  <a:schemeClr val="lt1"/>
                </a:solidFill>
                <a:latin typeface="DM Sans"/>
                <a:ea typeface="DM Sans"/>
                <a:cs typeface="DM Sans"/>
                <a:sym typeface="DM Sans"/>
              </a:rPr>
              <a:t>Before school, arrive early. Then ask every tenth student who enters at the main entrance.</a:t>
            </a:r>
            <a:endParaRPr sz="2400">
              <a:solidFill>
                <a:srgbClr val="FFFFFF"/>
              </a:solidFill>
              <a:latin typeface="DM Sans"/>
              <a:ea typeface="DM Sans"/>
              <a:cs typeface="DM Sans"/>
              <a:sym typeface="DM Sans"/>
            </a:endParaRPr>
          </a:p>
          <a:p>
            <a:pPr indent="-323850" lvl="0" marL="457200" rtl="0" algn="l">
              <a:spcBef>
                <a:spcPts val="0"/>
              </a:spcBef>
              <a:spcAft>
                <a:spcPts val="0"/>
              </a:spcAft>
              <a:buClr>
                <a:srgbClr val="FFFFFF"/>
              </a:buClr>
              <a:buSzPts val="2400"/>
              <a:buFont typeface="DM Sans"/>
              <a:buAutoNum type="alphaUcPeriod"/>
            </a:pPr>
            <a:r>
              <a:rPr lang="en" sz="2400">
                <a:solidFill>
                  <a:srgbClr val="FFFFFF"/>
                </a:solidFill>
                <a:latin typeface="DM Sans"/>
                <a:ea typeface="DM Sans"/>
                <a:cs typeface="DM Sans"/>
                <a:sym typeface="DM Sans"/>
              </a:rPr>
              <a:t>Ask Ms. Browning, a band elective teacher, to survey all of her students.</a:t>
            </a:r>
            <a:endParaRPr sz="2400">
              <a:solidFill>
                <a:srgbClr val="FFFFFF"/>
              </a:solidFill>
              <a:latin typeface="DM Sans"/>
              <a:ea typeface="DM Sans"/>
              <a:cs typeface="DM Sans"/>
              <a:sym typeface="DM Sans"/>
            </a:endParaRPr>
          </a:p>
          <a:p>
            <a:pPr indent="-323850" lvl="0" marL="457200" rtl="0" algn="l">
              <a:spcBef>
                <a:spcPts val="0"/>
              </a:spcBef>
              <a:spcAft>
                <a:spcPts val="0"/>
              </a:spcAft>
              <a:buClr>
                <a:srgbClr val="FFFFFF"/>
              </a:buClr>
              <a:buSzPts val="2400"/>
              <a:buFont typeface="DM Sans"/>
              <a:buAutoNum type="alphaUcPeriod"/>
            </a:pPr>
            <a:r>
              <a:rPr lang="en" sz="2400">
                <a:solidFill>
                  <a:srgbClr val="FFFFFF"/>
                </a:solidFill>
                <a:latin typeface="DM Sans"/>
                <a:ea typeface="DM Sans"/>
                <a:cs typeface="DM Sans"/>
                <a:sym typeface="DM Sans"/>
              </a:rPr>
              <a:t>Set up a tent outside the school's main entrance. Students can choose to go to the tent to answer the question.</a:t>
            </a:r>
            <a:endParaRPr sz="2400">
              <a:solidFill>
                <a:srgbClr val="FFFFFF"/>
              </a:solidFill>
              <a:latin typeface="DM Sans"/>
              <a:ea typeface="DM Sans"/>
              <a:cs typeface="DM Sans"/>
              <a:sym typeface="DM Sans"/>
            </a:endParaRPr>
          </a:p>
        </p:txBody>
      </p:sp>
      <p:sp>
        <p:nvSpPr>
          <p:cNvPr id="723" name="Google Shape;723;p56"/>
          <p:cNvSpPr txBox="1"/>
          <p:nvPr/>
        </p:nvSpPr>
        <p:spPr>
          <a:xfrm>
            <a:off x="228600" y="1490388"/>
            <a:ext cx="8686800" cy="3324900"/>
          </a:xfrm>
          <a:prstGeom prst="rect">
            <a:avLst/>
          </a:prstGeom>
          <a:noFill/>
          <a:ln>
            <a:noFill/>
          </a:ln>
        </p:spPr>
        <p:txBody>
          <a:bodyPr anchorCtr="0" anchor="t" bIns="0" lIns="0" spcFirstLastPara="1" rIns="0" wrap="square" tIns="0">
            <a:spAutoFit/>
          </a:bodyPr>
          <a:lstStyle/>
          <a:p>
            <a:pPr indent="-323850" lvl="0" marL="457200" rtl="0" algn="l">
              <a:spcBef>
                <a:spcPts val="0"/>
              </a:spcBef>
              <a:spcAft>
                <a:spcPts val="0"/>
              </a:spcAft>
              <a:buClr>
                <a:srgbClr val="FFFFFF"/>
              </a:buClr>
              <a:buSzPts val="2400"/>
              <a:buFont typeface="DM Sans"/>
              <a:buAutoNum type="alphaUcPeriod"/>
            </a:pPr>
            <a:r>
              <a:rPr lang="en" sz="2400">
                <a:solidFill>
                  <a:srgbClr val="FFFFFF"/>
                </a:solidFill>
                <a:latin typeface="DM Sans"/>
                <a:ea typeface="DM Sans"/>
                <a:cs typeface="DM Sans"/>
                <a:sym typeface="DM Sans"/>
              </a:rPr>
              <a:t>Send an online form in a Discord server with half of the school's students.</a:t>
            </a:r>
            <a:endParaRPr sz="2400">
              <a:solidFill>
                <a:srgbClr val="FFFFFF"/>
              </a:solidFill>
              <a:latin typeface="DM Sans"/>
              <a:ea typeface="DM Sans"/>
              <a:cs typeface="DM Sans"/>
              <a:sym typeface="DM Sans"/>
            </a:endParaRPr>
          </a:p>
          <a:p>
            <a:pPr indent="-323850" lvl="0" marL="457200" rtl="0" algn="l">
              <a:spcBef>
                <a:spcPts val="0"/>
              </a:spcBef>
              <a:spcAft>
                <a:spcPts val="0"/>
              </a:spcAft>
              <a:buSzPts val="2400"/>
              <a:buFont typeface="DM Sans"/>
              <a:buAutoNum type="alphaUcPeriod"/>
            </a:pPr>
            <a:r>
              <a:rPr lang="en" sz="2400">
                <a:highlight>
                  <a:srgbClr val="C6DED9"/>
                </a:highlight>
                <a:latin typeface="DM Sans"/>
                <a:ea typeface="DM Sans"/>
                <a:cs typeface="DM Sans"/>
                <a:sym typeface="DM Sans"/>
              </a:rPr>
              <a:t>Before school, arrive early. Then ask every tenth student who enters at the main entrance.</a:t>
            </a:r>
            <a:endParaRPr sz="2400">
              <a:highlight>
                <a:srgbClr val="C6DED9"/>
              </a:highlight>
              <a:latin typeface="DM Sans"/>
              <a:ea typeface="DM Sans"/>
              <a:cs typeface="DM Sans"/>
              <a:sym typeface="DM Sans"/>
            </a:endParaRPr>
          </a:p>
          <a:p>
            <a:pPr indent="-323850" lvl="0" marL="457200" rtl="0" algn="l">
              <a:spcBef>
                <a:spcPts val="0"/>
              </a:spcBef>
              <a:spcAft>
                <a:spcPts val="0"/>
              </a:spcAft>
              <a:buClr>
                <a:srgbClr val="FFFFFF"/>
              </a:buClr>
              <a:buSzPts val="2400"/>
              <a:buFont typeface="DM Sans"/>
              <a:buAutoNum type="alphaUcPeriod"/>
            </a:pPr>
            <a:r>
              <a:rPr lang="en" sz="2400">
                <a:solidFill>
                  <a:srgbClr val="FFFFFF"/>
                </a:solidFill>
                <a:latin typeface="DM Sans"/>
                <a:ea typeface="DM Sans"/>
                <a:cs typeface="DM Sans"/>
                <a:sym typeface="DM Sans"/>
              </a:rPr>
              <a:t>Ask Ms. Browning, a band elective teacher, to survey all of her students.</a:t>
            </a:r>
            <a:endParaRPr sz="2400">
              <a:solidFill>
                <a:srgbClr val="FFFFFF"/>
              </a:solidFill>
              <a:latin typeface="DM Sans"/>
              <a:ea typeface="DM Sans"/>
              <a:cs typeface="DM Sans"/>
              <a:sym typeface="DM Sans"/>
            </a:endParaRPr>
          </a:p>
          <a:p>
            <a:pPr indent="-323850" lvl="0" marL="457200" rtl="0" algn="l">
              <a:spcBef>
                <a:spcPts val="0"/>
              </a:spcBef>
              <a:spcAft>
                <a:spcPts val="0"/>
              </a:spcAft>
              <a:buClr>
                <a:srgbClr val="FFFFFF"/>
              </a:buClr>
              <a:buSzPts val="2400"/>
              <a:buFont typeface="DM Sans"/>
              <a:buAutoNum type="alphaUcPeriod"/>
            </a:pPr>
            <a:r>
              <a:rPr lang="en" sz="2400">
                <a:solidFill>
                  <a:srgbClr val="FFFFFF"/>
                </a:solidFill>
                <a:latin typeface="DM Sans"/>
                <a:ea typeface="DM Sans"/>
                <a:cs typeface="DM Sans"/>
                <a:sym typeface="DM Sans"/>
              </a:rPr>
              <a:t>Set up a tent outside the school's main entrance. Students can choose to go to the tent to answer the question.</a:t>
            </a:r>
            <a:endParaRPr sz="2400">
              <a:solidFill>
                <a:srgbClr val="FFFFFF"/>
              </a:solidFill>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722"/>
                                        </p:tgtEl>
                                        <p:attrNameLst>
                                          <p:attrName>style.visibility</p:attrName>
                                        </p:attrNameLst>
                                      </p:cBhvr>
                                      <p:to>
                                        <p:strVal val="visible"/>
                                      </p:to>
                                    </p:set>
                                    <p:animEffect filter="fade" transition="in">
                                      <p:cBhvr>
                                        <p:cTn dur="1000"/>
                                        <p:tgtEl>
                                          <p:spTgt spid="7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3"/>
                                        </p:tgtEl>
                                        <p:attrNameLst>
                                          <p:attrName>style.visibility</p:attrName>
                                        </p:attrNameLst>
                                      </p:cBhvr>
                                      <p:to>
                                        <p:strVal val="visible"/>
                                      </p:to>
                                    </p:set>
                                    <p:animEffect filter="fade" transition="in">
                                      <p:cBhvr>
                                        <p:cTn dur="800"/>
                                        <p:tgtEl>
                                          <p:spTgt spid="7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57"/>
          <p:cNvSpPr/>
          <p:nvPr/>
        </p:nvSpPr>
        <p:spPr>
          <a:xfrm>
            <a:off x="-7415158" y="4436915"/>
            <a:ext cx="16559154" cy="915356"/>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interquartile range standard deviation</a:t>
            </a:r>
          </a:p>
        </p:txBody>
      </p:sp>
      <p:sp>
        <p:nvSpPr>
          <p:cNvPr id="729" name="Google Shape;729;p57"/>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0" name="Google Shape;730;p57"/>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731" name="Google Shape;731;p57"/>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3</a:t>
            </a:r>
            <a:endParaRPr sz="4800">
              <a:latin typeface="Merriweather"/>
              <a:ea typeface="Merriweather"/>
              <a:cs typeface="Merriweather"/>
              <a:sym typeface="Merriweather"/>
            </a:endParaRPr>
          </a:p>
        </p:txBody>
      </p:sp>
      <p:pic>
        <p:nvPicPr>
          <p:cNvPr id="732" name="Google Shape;732;p57"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733" name="Google Shape;733;p57"/>
          <p:cNvSpPr txBox="1"/>
          <p:nvPr/>
        </p:nvSpPr>
        <p:spPr>
          <a:xfrm>
            <a:off x="228600" y="1490400"/>
            <a:ext cx="8686800" cy="7389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400">
                <a:solidFill>
                  <a:srgbClr val="FFFFFF"/>
                </a:solidFill>
                <a:latin typeface="DM Sans"/>
                <a:ea typeface="DM Sans"/>
                <a:cs typeface="DM Sans"/>
                <a:sym typeface="DM Sans"/>
              </a:rPr>
              <a:t>Victoria collected the heights of 90 students and created the box plot below. </a:t>
            </a:r>
            <a:r>
              <a:rPr b="1" lang="en" sz="2400">
                <a:solidFill>
                  <a:srgbClr val="FFFFFF"/>
                </a:solidFill>
                <a:latin typeface="DM Sans"/>
                <a:ea typeface="DM Sans"/>
                <a:cs typeface="DM Sans"/>
                <a:sym typeface="DM Sans"/>
              </a:rPr>
              <a:t>What is the range of the sample?</a:t>
            </a:r>
            <a:endParaRPr b="1" i="1" sz="2400">
              <a:solidFill>
                <a:srgbClr val="FFFFFF"/>
              </a:solidFill>
              <a:latin typeface="DM Sans"/>
              <a:ea typeface="DM Sans"/>
              <a:cs typeface="DM Sans"/>
              <a:sym typeface="DM Sans"/>
            </a:endParaRPr>
          </a:p>
        </p:txBody>
      </p:sp>
      <p:sp>
        <p:nvSpPr>
          <p:cNvPr id="734" name="Google Shape;734;p57"/>
          <p:cNvSpPr txBox="1"/>
          <p:nvPr/>
        </p:nvSpPr>
        <p:spPr>
          <a:xfrm>
            <a:off x="4800600" y="2457900"/>
            <a:ext cx="4114800" cy="7389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400">
                <a:solidFill>
                  <a:srgbClr val="FFFFFF"/>
                </a:solidFill>
                <a:latin typeface="DM Sans"/>
                <a:ea typeface="DM Sans"/>
                <a:cs typeface="DM Sans"/>
                <a:sym typeface="DM Sans"/>
              </a:rPr>
              <a:t>Acceptable answers include </a:t>
            </a:r>
            <a:r>
              <a:rPr b="1" lang="en" sz="2400">
                <a:solidFill>
                  <a:srgbClr val="FFFFFF"/>
                </a:solidFill>
                <a:latin typeface="DM Sans"/>
                <a:ea typeface="DM Sans"/>
                <a:cs typeface="DM Sans"/>
                <a:sym typeface="DM Sans"/>
              </a:rPr>
              <a:t>23 inches</a:t>
            </a:r>
            <a:r>
              <a:rPr lang="en" sz="2400">
                <a:solidFill>
                  <a:srgbClr val="FFFFFF"/>
                </a:solidFill>
                <a:latin typeface="DM Sans"/>
                <a:ea typeface="DM Sans"/>
                <a:cs typeface="DM Sans"/>
                <a:sym typeface="DM Sans"/>
              </a:rPr>
              <a:t>.</a:t>
            </a:r>
            <a:endParaRPr sz="2400">
              <a:solidFill>
                <a:srgbClr val="FFFFFF"/>
              </a:solidFill>
              <a:latin typeface="DM Sans"/>
              <a:ea typeface="DM Sans"/>
              <a:cs typeface="DM Sans"/>
              <a:sym typeface="DM Sans"/>
            </a:endParaRPr>
          </a:p>
        </p:txBody>
      </p:sp>
      <p:pic>
        <p:nvPicPr>
          <p:cNvPr id="735" name="Google Shape;735;p57"/>
          <p:cNvPicPr preferRelativeResize="0"/>
          <p:nvPr/>
        </p:nvPicPr>
        <p:blipFill>
          <a:blip r:embed="rId4">
            <a:alphaModFix/>
          </a:blip>
          <a:stretch>
            <a:fillRect/>
          </a:stretch>
        </p:blipFill>
        <p:spPr>
          <a:xfrm>
            <a:off x="228600" y="2457900"/>
            <a:ext cx="4114800" cy="1429352"/>
          </a:xfrm>
          <a:prstGeom prst="rect">
            <a:avLst/>
          </a:prstGeom>
          <a:noFill/>
          <a:ln>
            <a:noFill/>
          </a:ln>
          <a:effectLst>
            <a:outerShdw blurRad="71438" rotWithShape="0" algn="bl">
              <a:srgbClr val="000000"/>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733"/>
                                        </p:tgtEl>
                                        <p:attrNameLst>
                                          <p:attrName>style.visibility</p:attrName>
                                        </p:attrNameLst>
                                      </p:cBhvr>
                                      <p:to>
                                        <p:strVal val="visible"/>
                                      </p:to>
                                    </p:set>
                                    <p:animEffect filter="fade" transition="in">
                                      <p:cBhvr>
                                        <p:cTn dur="800"/>
                                        <p:tgtEl>
                                          <p:spTgt spid="7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4"/>
                                        </p:tgtEl>
                                        <p:attrNameLst>
                                          <p:attrName>style.visibility</p:attrName>
                                        </p:attrNameLst>
                                      </p:cBhvr>
                                      <p:to>
                                        <p:strVal val="visible"/>
                                      </p:to>
                                    </p:set>
                                    <p:animEffect filter="fade" transition="in">
                                      <p:cBhvr>
                                        <p:cTn dur="800"/>
                                        <p:tgtEl>
                                          <p:spTgt spid="7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58"/>
          <p:cNvSpPr/>
          <p:nvPr/>
        </p:nvSpPr>
        <p:spPr>
          <a:xfrm>
            <a:off x="-7415158" y="4436915"/>
            <a:ext cx="16559154" cy="915356"/>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interquartile range standard deviation</a:t>
            </a:r>
          </a:p>
        </p:txBody>
      </p:sp>
      <p:sp>
        <p:nvSpPr>
          <p:cNvPr id="741" name="Google Shape;741;p58"/>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2" name="Google Shape;742;p58"/>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743" name="Google Shape;743;p58"/>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4</a:t>
            </a:r>
            <a:endParaRPr sz="4800">
              <a:latin typeface="Merriweather"/>
              <a:ea typeface="Merriweather"/>
              <a:cs typeface="Merriweather"/>
              <a:sym typeface="Merriweather"/>
            </a:endParaRPr>
          </a:p>
        </p:txBody>
      </p:sp>
      <p:pic>
        <p:nvPicPr>
          <p:cNvPr id="744" name="Google Shape;744;p58"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745" name="Google Shape;745;p58"/>
          <p:cNvSpPr txBox="1"/>
          <p:nvPr/>
        </p:nvSpPr>
        <p:spPr>
          <a:xfrm>
            <a:off x="228600" y="1490400"/>
            <a:ext cx="4114800" cy="3693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solidFill>
                  <a:srgbClr val="FFFFFF"/>
                </a:solidFill>
                <a:latin typeface="DM Sans"/>
                <a:ea typeface="DM Sans"/>
                <a:cs typeface="DM Sans"/>
                <a:sym typeface="DM Sans"/>
              </a:rPr>
              <a:t>What is the median?</a:t>
            </a:r>
            <a:endParaRPr b="1" i="1" sz="2400">
              <a:solidFill>
                <a:srgbClr val="FFFFFF"/>
              </a:solidFill>
              <a:latin typeface="DM Sans"/>
              <a:ea typeface="DM Sans"/>
              <a:cs typeface="DM Sans"/>
              <a:sym typeface="DM Sans"/>
            </a:endParaRPr>
          </a:p>
        </p:txBody>
      </p:sp>
      <p:sp>
        <p:nvSpPr>
          <p:cNvPr id="746" name="Google Shape;746;p58"/>
          <p:cNvSpPr txBox="1"/>
          <p:nvPr/>
        </p:nvSpPr>
        <p:spPr>
          <a:xfrm>
            <a:off x="4800600" y="1490400"/>
            <a:ext cx="4114800" cy="22164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323850" lvl="0" marL="457200" rtl="0" algn="l">
              <a:spcBef>
                <a:spcPts val="0"/>
              </a:spcBef>
              <a:spcAft>
                <a:spcPts val="0"/>
              </a:spcAft>
              <a:buClr>
                <a:srgbClr val="FFFFFF"/>
              </a:buClr>
              <a:buSzPts val="2400"/>
              <a:buFont typeface="DM Sans"/>
              <a:buAutoNum type="alphaUcPeriod"/>
            </a:pPr>
            <a:r>
              <a:rPr lang="en" sz="2400">
                <a:solidFill>
                  <a:srgbClr val="FFFFFF"/>
                </a:solidFill>
                <a:latin typeface="DM Sans"/>
                <a:ea typeface="DM Sans"/>
                <a:cs typeface="DM Sans"/>
                <a:sym typeface="DM Sans"/>
              </a:rPr>
              <a:t>48 inches</a:t>
            </a:r>
            <a:endParaRPr sz="2400">
              <a:solidFill>
                <a:srgbClr val="FFFFFF"/>
              </a:solidFill>
              <a:latin typeface="DM Sans"/>
              <a:ea typeface="DM Sans"/>
              <a:cs typeface="DM Sans"/>
              <a:sym typeface="DM Sans"/>
            </a:endParaRPr>
          </a:p>
          <a:p>
            <a:pPr indent="-323850" lvl="0" marL="457200" rtl="0" algn="l">
              <a:spcBef>
                <a:spcPts val="0"/>
              </a:spcBef>
              <a:spcAft>
                <a:spcPts val="0"/>
              </a:spcAft>
              <a:buClr>
                <a:srgbClr val="FFFFFF"/>
              </a:buClr>
              <a:buSzPts val="2400"/>
              <a:buFont typeface="DM Sans"/>
              <a:buAutoNum type="alphaUcPeriod"/>
            </a:pPr>
            <a:r>
              <a:rPr lang="en" sz="2400">
                <a:solidFill>
                  <a:srgbClr val="FFFFFF"/>
                </a:solidFill>
                <a:latin typeface="DM Sans"/>
                <a:ea typeface="DM Sans"/>
                <a:cs typeface="DM Sans"/>
                <a:sym typeface="DM Sans"/>
              </a:rPr>
              <a:t>59 inches</a:t>
            </a:r>
            <a:endParaRPr sz="2400">
              <a:solidFill>
                <a:srgbClr val="FFFFFF"/>
              </a:solidFill>
              <a:latin typeface="DM Sans"/>
              <a:ea typeface="DM Sans"/>
              <a:cs typeface="DM Sans"/>
              <a:sym typeface="DM Sans"/>
            </a:endParaRPr>
          </a:p>
          <a:p>
            <a:pPr indent="-323850" lvl="0" marL="457200" rtl="0" algn="l">
              <a:spcBef>
                <a:spcPts val="0"/>
              </a:spcBef>
              <a:spcAft>
                <a:spcPts val="0"/>
              </a:spcAft>
              <a:buClr>
                <a:srgbClr val="FFFFFF"/>
              </a:buClr>
              <a:buSzPts val="2400"/>
              <a:buFont typeface="DM Sans"/>
              <a:buAutoNum type="alphaUcPeriod"/>
            </a:pPr>
            <a:r>
              <a:rPr lang="en" sz="2400">
                <a:solidFill>
                  <a:srgbClr val="FFFFFF"/>
                </a:solidFill>
                <a:latin typeface="DM Sans"/>
                <a:ea typeface="DM Sans"/>
                <a:cs typeface="DM Sans"/>
                <a:sym typeface="DM Sans"/>
              </a:rPr>
              <a:t>63 inches</a:t>
            </a:r>
            <a:endParaRPr sz="2400">
              <a:solidFill>
                <a:srgbClr val="FFFFFF"/>
              </a:solidFill>
              <a:latin typeface="DM Sans"/>
              <a:ea typeface="DM Sans"/>
              <a:cs typeface="DM Sans"/>
              <a:sym typeface="DM Sans"/>
            </a:endParaRPr>
          </a:p>
          <a:p>
            <a:pPr indent="-323850" lvl="0" marL="457200" rtl="0" algn="l">
              <a:spcBef>
                <a:spcPts val="0"/>
              </a:spcBef>
              <a:spcAft>
                <a:spcPts val="0"/>
              </a:spcAft>
              <a:buClr>
                <a:srgbClr val="FFFFFF"/>
              </a:buClr>
              <a:buSzPts val="2400"/>
              <a:buFont typeface="DM Sans"/>
              <a:buAutoNum type="alphaUcPeriod"/>
            </a:pPr>
            <a:r>
              <a:rPr lang="en" sz="2400">
                <a:solidFill>
                  <a:srgbClr val="FFFFFF"/>
                </a:solidFill>
                <a:latin typeface="DM Sans"/>
                <a:ea typeface="DM Sans"/>
                <a:cs typeface="DM Sans"/>
                <a:sym typeface="DM Sans"/>
              </a:rPr>
              <a:t>66 inches</a:t>
            </a:r>
            <a:endParaRPr sz="2400">
              <a:solidFill>
                <a:srgbClr val="FFFFFF"/>
              </a:solidFill>
              <a:latin typeface="DM Sans"/>
              <a:ea typeface="DM Sans"/>
              <a:cs typeface="DM Sans"/>
              <a:sym typeface="DM Sans"/>
            </a:endParaRPr>
          </a:p>
          <a:p>
            <a:pPr indent="-323850" lvl="0" marL="457200" rtl="0" algn="l">
              <a:spcBef>
                <a:spcPts val="0"/>
              </a:spcBef>
              <a:spcAft>
                <a:spcPts val="0"/>
              </a:spcAft>
              <a:buClr>
                <a:srgbClr val="FFFFFF"/>
              </a:buClr>
              <a:buSzPts val="2400"/>
              <a:buFont typeface="DM Sans"/>
              <a:buAutoNum type="alphaUcPeriod"/>
            </a:pPr>
            <a:r>
              <a:rPr lang="en" sz="2400">
                <a:solidFill>
                  <a:srgbClr val="FFFFFF"/>
                </a:solidFill>
                <a:latin typeface="DM Sans"/>
                <a:ea typeface="DM Sans"/>
                <a:cs typeface="DM Sans"/>
                <a:sym typeface="DM Sans"/>
              </a:rPr>
              <a:t>71 inches</a:t>
            </a:r>
            <a:endParaRPr sz="2400">
              <a:solidFill>
                <a:srgbClr val="FFFFFF"/>
              </a:solidFill>
              <a:latin typeface="DM Sans"/>
              <a:ea typeface="DM Sans"/>
              <a:cs typeface="DM Sans"/>
              <a:sym typeface="DM Sans"/>
            </a:endParaRPr>
          </a:p>
          <a:p>
            <a:pPr indent="-323850" lvl="0" marL="457200" rtl="0" algn="l">
              <a:spcBef>
                <a:spcPts val="0"/>
              </a:spcBef>
              <a:spcAft>
                <a:spcPts val="0"/>
              </a:spcAft>
              <a:buClr>
                <a:srgbClr val="FFFFFF"/>
              </a:buClr>
              <a:buSzPts val="2400"/>
              <a:buFont typeface="DM Sans"/>
              <a:buAutoNum type="alphaUcPeriod"/>
            </a:pPr>
            <a:r>
              <a:rPr lang="en" sz="2400">
                <a:solidFill>
                  <a:srgbClr val="FFFFFF"/>
                </a:solidFill>
                <a:latin typeface="DM Sans"/>
                <a:ea typeface="DM Sans"/>
                <a:cs typeface="DM Sans"/>
                <a:sym typeface="DM Sans"/>
              </a:rPr>
              <a:t>None of the above</a:t>
            </a:r>
            <a:endParaRPr sz="2400">
              <a:solidFill>
                <a:srgbClr val="FFFFFF"/>
              </a:solidFill>
              <a:latin typeface="DM Sans"/>
              <a:ea typeface="DM Sans"/>
              <a:cs typeface="DM Sans"/>
              <a:sym typeface="DM Sans"/>
            </a:endParaRPr>
          </a:p>
        </p:txBody>
      </p:sp>
      <p:pic>
        <p:nvPicPr>
          <p:cNvPr id="747" name="Google Shape;747;p58"/>
          <p:cNvPicPr preferRelativeResize="0"/>
          <p:nvPr/>
        </p:nvPicPr>
        <p:blipFill>
          <a:blip r:embed="rId4">
            <a:alphaModFix/>
          </a:blip>
          <a:stretch>
            <a:fillRect/>
          </a:stretch>
        </p:blipFill>
        <p:spPr>
          <a:xfrm>
            <a:off x="228600" y="2457900"/>
            <a:ext cx="4114800" cy="1429352"/>
          </a:xfrm>
          <a:prstGeom prst="rect">
            <a:avLst/>
          </a:prstGeom>
          <a:noFill/>
          <a:ln>
            <a:noFill/>
          </a:ln>
          <a:effectLst>
            <a:outerShdw blurRad="71438" rotWithShape="0" algn="bl">
              <a:srgbClr val="000000"/>
            </a:outerShdw>
          </a:effectLst>
        </p:spPr>
      </p:pic>
      <p:sp>
        <p:nvSpPr>
          <p:cNvPr id="748" name="Google Shape;748;p58"/>
          <p:cNvSpPr txBox="1"/>
          <p:nvPr/>
        </p:nvSpPr>
        <p:spPr>
          <a:xfrm>
            <a:off x="4800600" y="1490400"/>
            <a:ext cx="4114800" cy="2216400"/>
          </a:xfrm>
          <a:prstGeom prst="rect">
            <a:avLst/>
          </a:prstGeom>
          <a:noFill/>
          <a:ln>
            <a:noFill/>
          </a:ln>
        </p:spPr>
        <p:txBody>
          <a:bodyPr anchorCtr="0" anchor="t" bIns="0" lIns="0" spcFirstLastPara="1" rIns="0" wrap="square" tIns="0">
            <a:spAutoFit/>
          </a:bodyPr>
          <a:lstStyle/>
          <a:p>
            <a:pPr indent="-323850" lvl="0" marL="457200" rtl="0" algn="l">
              <a:spcBef>
                <a:spcPts val="0"/>
              </a:spcBef>
              <a:spcAft>
                <a:spcPts val="0"/>
              </a:spcAft>
              <a:buClr>
                <a:schemeClr val="lt1"/>
              </a:buClr>
              <a:buSzPts val="2400"/>
              <a:buFont typeface="DM Sans"/>
              <a:buAutoNum type="alphaUcPeriod"/>
            </a:pPr>
            <a:r>
              <a:rPr lang="en" sz="2400">
                <a:solidFill>
                  <a:schemeClr val="lt1"/>
                </a:solidFill>
                <a:latin typeface="DM Sans"/>
                <a:ea typeface="DM Sans"/>
                <a:cs typeface="DM Sans"/>
                <a:sym typeface="DM Sans"/>
              </a:rPr>
              <a:t>48 inches</a:t>
            </a:r>
            <a:endParaRPr sz="2400">
              <a:solidFill>
                <a:schemeClr val="lt1"/>
              </a:solidFill>
              <a:latin typeface="DM Sans"/>
              <a:ea typeface="DM Sans"/>
              <a:cs typeface="DM Sans"/>
              <a:sym typeface="DM Sans"/>
            </a:endParaRPr>
          </a:p>
          <a:p>
            <a:pPr indent="-323850" lvl="0" marL="457200" rtl="0" algn="l">
              <a:spcBef>
                <a:spcPts val="0"/>
              </a:spcBef>
              <a:spcAft>
                <a:spcPts val="0"/>
              </a:spcAft>
              <a:buClr>
                <a:schemeClr val="lt1"/>
              </a:buClr>
              <a:buSzPts val="2400"/>
              <a:buFont typeface="DM Sans"/>
              <a:buAutoNum type="alphaUcPeriod"/>
            </a:pPr>
            <a:r>
              <a:rPr lang="en" sz="2400">
                <a:solidFill>
                  <a:schemeClr val="lt1"/>
                </a:solidFill>
                <a:latin typeface="DM Sans"/>
                <a:ea typeface="DM Sans"/>
                <a:cs typeface="DM Sans"/>
                <a:sym typeface="DM Sans"/>
              </a:rPr>
              <a:t>59 inches</a:t>
            </a:r>
            <a:endParaRPr sz="2400">
              <a:solidFill>
                <a:schemeClr val="lt1"/>
              </a:solidFill>
              <a:latin typeface="DM Sans"/>
              <a:ea typeface="DM Sans"/>
              <a:cs typeface="DM Sans"/>
              <a:sym typeface="DM Sans"/>
            </a:endParaRPr>
          </a:p>
          <a:p>
            <a:pPr indent="-323850" lvl="0" marL="457200" rtl="0" algn="l">
              <a:spcBef>
                <a:spcPts val="0"/>
              </a:spcBef>
              <a:spcAft>
                <a:spcPts val="0"/>
              </a:spcAft>
              <a:buSzPts val="2400"/>
              <a:buFont typeface="DM Sans"/>
              <a:buAutoNum type="alphaUcPeriod"/>
            </a:pPr>
            <a:r>
              <a:rPr lang="en" sz="2400">
                <a:highlight>
                  <a:srgbClr val="C6DED9"/>
                </a:highlight>
                <a:latin typeface="DM Sans"/>
                <a:ea typeface="DM Sans"/>
                <a:cs typeface="DM Sans"/>
                <a:sym typeface="DM Sans"/>
              </a:rPr>
              <a:t>63 inches</a:t>
            </a:r>
            <a:endParaRPr sz="2400">
              <a:highlight>
                <a:srgbClr val="C6DED9"/>
              </a:highlight>
              <a:latin typeface="DM Sans"/>
              <a:ea typeface="DM Sans"/>
              <a:cs typeface="DM Sans"/>
              <a:sym typeface="DM Sans"/>
            </a:endParaRPr>
          </a:p>
          <a:p>
            <a:pPr indent="-323850" lvl="0" marL="457200" rtl="0" algn="l">
              <a:spcBef>
                <a:spcPts val="0"/>
              </a:spcBef>
              <a:spcAft>
                <a:spcPts val="0"/>
              </a:spcAft>
              <a:buClr>
                <a:schemeClr val="lt1"/>
              </a:buClr>
              <a:buSzPts val="2400"/>
              <a:buFont typeface="DM Sans"/>
              <a:buAutoNum type="alphaUcPeriod"/>
            </a:pPr>
            <a:r>
              <a:rPr lang="en" sz="2400">
                <a:solidFill>
                  <a:schemeClr val="lt1"/>
                </a:solidFill>
                <a:latin typeface="DM Sans"/>
                <a:ea typeface="DM Sans"/>
                <a:cs typeface="DM Sans"/>
                <a:sym typeface="DM Sans"/>
              </a:rPr>
              <a:t>66 inches</a:t>
            </a:r>
            <a:endParaRPr sz="2400">
              <a:solidFill>
                <a:schemeClr val="lt1"/>
              </a:solidFill>
              <a:latin typeface="DM Sans"/>
              <a:ea typeface="DM Sans"/>
              <a:cs typeface="DM Sans"/>
              <a:sym typeface="DM Sans"/>
            </a:endParaRPr>
          </a:p>
          <a:p>
            <a:pPr indent="-323850" lvl="0" marL="457200" rtl="0" algn="l">
              <a:spcBef>
                <a:spcPts val="0"/>
              </a:spcBef>
              <a:spcAft>
                <a:spcPts val="0"/>
              </a:spcAft>
              <a:buClr>
                <a:schemeClr val="lt1"/>
              </a:buClr>
              <a:buSzPts val="2400"/>
              <a:buFont typeface="DM Sans"/>
              <a:buAutoNum type="alphaUcPeriod"/>
            </a:pPr>
            <a:r>
              <a:rPr lang="en" sz="2400">
                <a:solidFill>
                  <a:schemeClr val="lt1"/>
                </a:solidFill>
                <a:latin typeface="DM Sans"/>
                <a:ea typeface="DM Sans"/>
                <a:cs typeface="DM Sans"/>
                <a:sym typeface="DM Sans"/>
              </a:rPr>
              <a:t>71 inches</a:t>
            </a:r>
            <a:endParaRPr sz="2400">
              <a:solidFill>
                <a:schemeClr val="lt1"/>
              </a:solidFill>
              <a:latin typeface="DM Sans"/>
              <a:ea typeface="DM Sans"/>
              <a:cs typeface="DM Sans"/>
              <a:sym typeface="DM Sans"/>
            </a:endParaRPr>
          </a:p>
          <a:p>
            <a:pPr indent="-323850" lvl="0" marL="457200" rtl="0" algn="l">
              <a:spcBef>
                <a:spcPts val="0"/>
              </a:spcBef>
              <a:spcAft>
                <a:spcPts val="0"/>
              </a:spcAft>
              <a:buClr>
                <a:schemeClr val="lt1"/>
              </a:buClr>
              <a:buSzPts val="2400"/>
              <a:buFont typeface="DM Sans"/>
              <a:buAutoNum type="alphaUcPeriod"/>
            </a:pPr>
            <a:r>
              <a:rPr lang="en" sz="2400">
                <a:solidFill>
                  <a:schemeClr val="lt1"/>
                </a:solidFill>
                <a:latin typeface="DM Sans"/>
                <a:ea typeface="DM Sans"/>
                <a:cs typeface="DM Sans"/>
                <a:sym typeface="DM Sans"/>
              </a:rPr>
              <a:t>None of the above</a:t>
            </a:r>
            <a:endParaRPr sz="2400">
              <a:solidFill>
                <a:srgbClr val="FFFFFF"/>
              </a:solidFill>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745"/>
                                        </p:tgtEl>
                                        <p:attrNameLst>
                                          <p:attrName>style.visibility</p:attrName>
                                        </p:attrNameLst>
                                      </p:cBhvr>
                                      <p:to>
                                        <p:strVal val="visible"/>
                                      </p:to>
                                    </p:set>
                                    <p:animEffect filter="fade" transition="in">
                                      <p:cBhvr>
                                        <p:cTn dur="800"/>
                                        <p:tgtEl>
                                          <p:spTgt spid="745"/>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746"/>
                                        </p:tgtEl>
                                        <p:attrNameLst>
                                          <p:attrName>style.visibility</p:attrName>
                                        </p:attrNameLst>
                                      </p:cBhvr>
                                      <p:to>
                                        <p:strVal val="visible"/>
                                      </p:to>
                                    </p:set>
                                    <p:animEffect filter="fade" transition="in">
                                      <p:cBhvr>
                                        <p:cTn dur="800"/>
                                        <p:tgtEl>
                                          <p:spTgt spid="7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8"/>
                                        </p:tgtEl>
                                        <p:attrNameLst>
                                          <p:attrName>style.visibility</p:attrName>
                                        </p:attrNameLst>
                                      </p:cBhvr>
                                      <p:to>
                                        <p:strVal val="visible"/>
                                      </p:to>
                                    </p:set>
                                    <p:animEffect filter="fade" transition="in">
                                      <p:cBhvr>
                                        <p:cTn dur="800"/>
                                        <p:tgtEl>
                                          <p:spTgt spid="7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59"/>
          <p:cNvSpPr/>
          <p:nvPr/>
        </p:nvSpPr>
        <p:spPr>
          <a:xfrm>
            <a:off x="-7415158" y="4436915"/>
            <a:ext cx="16559154" cy="915356"/>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interquartile range standard deviation</a:t>
            </a:r>
          </a:p>
        </p:txBody>
      </p:sp>
      <p:sp>
        <p:nvSpPr>
          <p:cNvPr id="754" name="Google Shape;754;p59"/>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5" name="Google Shape;755;p59"/>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756" name="Google Shape;756;p59"/>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5</a:t>
            </a:r>
            <a:endParaRPr sz="4800">
              <a:latin typeface="Merriweather"/>
              <a:ea typeface="Merriweather"/>
              <a:cs typeface="Merriweather"/>
              <a:sym typeface="Merriweather"/>
            </a:endParaRPr>
          </a:p>
        </p:txBody>
      </p:sp>
      <p:pic>
        <p:nvPicPr>
          <p:cNvPr id="757" name="Google Shape;757;p59"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758" name="Google Shape;758;p59"/>
          <p:cNvSpPr txBox="1"/>
          <p:nvPr/>
        </p:nvSpPr>
        <p:spPr>
          <a:xfrm>
            <a:off x="228600" y="1490400"/>
            <a:ext cx="8686800" cy="3693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solidFill>
                  <a:srgbClr val="FFFFFF"/>
                </a:solidFill>
                <a:latin typeface="DM Sans"/>
                <a:ea typeface="DM Sans"/>
                <a:cs typeface="DM Sans"/>
                <a:sym typeface="DM Sans"/>
              </a:rPr>
              <a:t>Calculate the interquartile range of the data.</a:t>
            </a:r>
            <a:endParaRPr b="1" i="1" sz="2400">
              <a:solidFill>
                <a:srgbClr val="FFFFFF"/>
              </a:solidFill>
              <a:latin typeface="DM Sans"/>
              <a:ea typeface="DM Sans"/>
              <a:cs typeface="DM Sans"/>
              <a:sym typeface="DM Sans"/>
            </a:endParaRPr>
          </a:p>
        </p:txBody>
      </p:sp>
      <p:sp>
        <p:nvSpPr>
          <p:cNvPr id="759" name="Google Shape;759;p59"/>
          <p:cNvSpPr txBox="1"/>
          <p:nvPr/>
        </p:nvSpPr>
        <p:spPr>
          <a:xfrm>
            <a:off x="4800600" y="2457900"/>
            <a:ext cx="4114800" cy="7389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400">
                <a:solidFill>
                  <a:srgbClr val="FFFFFF"/>
                </a:solidFill>
                <a:latin typeface="DM Sans"/>
                <a:ea typeface="DM Sans"/>
                <a:cs typeface="DM Sans"/>
                <a:sym typeface="DM Sans"/>
              </a:rPr>
              <a:t>Acceptable answers include </a:t>
            </a:r>
            <a:r>
              <a:rPr b="1" lang="en" sz="2400">
                <a:solidFill>
                  <a:srgbClr val="FFFFFF"/>
                </a:solidFill>
                <a:latin typeface="DM Sans"/>
                <a:ea typeface="DM Sans"/>
                <a:cs typeface="DM Sans"/>
                <a:sym typeface="DM Sans"/>
              </a:rPr>
              <a:t>7</a:t>
            </a:r>
            <a:r>
              <a:rPr b="1" lang="en" sz="2400">
                <a:solidFill>
                  <a:srgbClr val="FFFFFF"/>
                </a:solidFill>
                <a:latin typeface="DM Sans"/>
                <a:ea typeface="DM Sans"/>
                <a:cs typeface="DM Sans"/>
                <a:sym typeface="DM Sans"/>
              </a:rPr>
              <a:t> inches</a:t>
            </a:r>
            <a:r>
              <a:rPr lang="en" sz="2400">
                <a:solidFill>
                  <a:srgbClr val="FFFFFF"/>
                </a:solidFill>
                <a:latin typeface="DM Sans"/>
                <a:ea typeface="DM Sans"/>
                <a:cs typeface="DM Sans"/>
                <a:sym typeface="DM Sans"/>
              </a:rPr>
              <a:t>.</a:t>
            </a:r>
            <a:endParaRPr sz="2400">
              <a:solidFill>
                <a:srgbClr val="FFFFFF"/>
              </a:solidFill>
              <a:latin typeface="DM Sans"/>
              <a:ea typeface="DM Sans"/>
              <a:cs typeface="DM Sans"/>
              <a:sym typeface="DM Sans"/>
            </a:endParaRPr>
          </a:p>
        </p:txBody>
      </p:sp>
      <p:pic>
        <p:nvPicPr>
          <p:cNvPr id="760" name="Google Shape;760;p59"/>
          <p:cNvPicPr preferRelativeResize="0"/>
          <p:nvPr/>
        </p:nvPicPr>
        <p:blipFill>
          <a:blip r:embed="rId4">
            <a:alphaModFix/>
          </a:blip>
          <a:stretch>
            <a:fillRect/>
          </a:stretch>
        </p:blipFill>
        <p:spPr>
          <a:xfrm>
            <a:off x="228600" y="2457900"/>
            <a:ext cx="4114800" cy="1429352"/>
          </a:xfrm>
          <a:prstGeom prst="rect">
            <a:avLst/>
          </a:prstGeom>
          <a:noFill/>
          <a:ln>
            <a:noFill/>
          </a:ln>
          <a:effectLst>
            <a:outerShdw blurRad="71438" rotWithShape="0" algn="bl">
              <a:srgbClr val="000000"/>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758"/>
                                        </p:tgtEl>
                                        <p:attrNameLst>
                                          <p:attrName>style.visibility</p:attrName>
                                        </p:attrNameLst>
                                      </p:cBhvr>
                                      <p:to>
                                        <p:strVal val="visible"/>
                                      </p:to>
                                    </p:set>
                                    <p:animEffect filter="fade" transition="in">
                                      <p:cBhvr>
                                        <p:cTn dur="800"/>
                                        <p:tgtEl>
                                          <p:spTgt spid="7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9"/>
                                        </p:tgtEl>
                                        <p:attrNameLst>
                                          <p:attrName>style.visibility</p:attrName>
                                        </p:attrNameLst>
                                      </p:cBhvr>
                                      <p:to>
                                        <p:strVal val="visible"/>
                                      </p:to>
                                    </p:set>
                                    <p:animEffect filter="fade" transition="in">
                                      <p:cBhvr>
                                        <p:cTn dur="800"/>
                                        <p:tgtEl>
                                          <p:spTgt spid="7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60"/>
          <p:cNvSpPr/>
          <p:nvPr/>
        </p:nvSpPr>
        <p:spPr>
          <a:xfrm>
            <a:off x="-7415158" y="4436915"/>
            <a:ext cx="16559154" cy="915356"/>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interquartile range standard deviation</a:t>
            </a:r>
          </a:p>
        </p:txBody>
      </p:sp>
      <p:sp>
        <p:nvSpPr>
          <p:cNvPr id="766" name="Google Shape;766;p60"/>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7" name="Google Shape;767;p60"/>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768" name="Google Shape;768;p60"/>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6</a:t>
            </a:r>
            <a:endParaRPr sz="4800">
              <a:latin typeface="Merriweather"/>
              <a:ea typeface="Merriweather"/>
              <a:cs typeface="Merriweather"/>
              <a:sym typeface="Merriweather"/>
            </a:endParaRPr>
          </a:p>
        </p:txBody>
      </p:sp>
      <p:pic>
        <p:nvPicPr>
          <p:cNvPr id="769" name="Google Shape;769;p60"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770" name="Google Shape;770;p60"/>
          <p:cNvSpPr txBox="1"/>
          <p:nvPr/>
        </p:nvSpPr>
        <p:spPr>
          <a:xfrm>
            <a:off x="228600" y="1490400"/>
            <a:ext cx="4114800" cy="7389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solidFill>
                  <a:srgbClr val="FFFFFF"/>
                </a:solidFill>
                <a:latin typeface="DM Sans"/>
                <a:ea typeface="DM Sans"/>
                <a:cs typeface="DM Sans"/>
                <a:sym typeface="DM Sans"/>
              </a:rPr>
              <a:t>Determine if 48 inches and 71 inches are outliers.</a:t>
            </a:r>
            <a:endParaRPr b="1" i="1" sz="2400">
              <a:solidFill>
                <a:srgbClr val="FFFFFF"/>
              </a:solidFill>
              <a:latin typeface="DM Sans"/>
              <a:ea typeface="DM Sans"/>
              <a:cs typeface="DM Sans"/>
              <a:sym typeface="DM Sans"/>
            </a:endParaRPr>
          </a:p>
        </p:txBody>
      </p:sp>
      <p:sp>
        <p:nvSpPr>
          <p:cNvPr id="771" name="Google Shape;771;p60"/>
          <p:cNvSpPr txBox="1"/>
          <p:nvPr/>
        </p:nvSpPr>
        <p:spPr>
          <a:xfrm>
            <a:off x="4800600" y="1490400"/>
            <a:ext cx="4114800" cy="14778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323850" lvl="0" marL="457200" rtl="0" algn="l">
              <a:spcBef>
                <a:spcPts val="0"/>
              </a:spcBef>
              <a:spcAft>
                <a:spcPts val="0"/>
              </a:spcAft>
              <a:buClr>
                <a:srgbClr val="FFFFFF"/>
              </a:buClr>
              <a:buSzPts val="2400"/>
              <a:buFont typeface="DM Sans"/>
              <a:buAutoNum type="alphaUcPeriod"/>
            </a:pPr>
            <a:r>
              <a:rPr lang="en" sz="2400">
                <a:solidFill>
                  <a:srgbClr val="FFFFFF"/>
                </a:solidFill>
                <a:latin typeface="DM Sans"/>
                <a:ea typeface="DM Sans"/>
                <a:cs typeface="DM Sans"/>
                <a:sym typeface="DM Sans"/>
              </a:rPr>
              <a:t>48 and 71 are outliers</a:t>
            </a:r>
            <a:endParaRPr sz="2400">
              <a:solidFill>
                <a:srgbClr val="FFFFFF"/>
              </a:solidFill>
              <a:latin typeface="DM Sans"/>
              <a:ea typeface="DM Sans"/>
              <a:cs typeface="DM Sans"/>
              <a:sym typeface="DM Sans"/>
            </a:endParaRPr>
          </a:p>
          <a:p>
            <a:pPr indent="-323850" lvl="0" marL="457200" rtl="0" algn="l">
              <a:spcBef>
                <a:spcPts val="0"/>
              </a:spcBef>
              <a:spcAft>
                <a:spcPts val="0"/>
              </a:spcAft>
              <a:buClr>
                <a:srgbClr val="FFFFFF"/>
              </a:buClr>
              <a:buSzPts val="2400"/>
              <a:buFont typeface="DM Sans"/>
              <a:buAutoNum type="alphaUcPeriod"/>
            </a:pPr>
            <a:r>
              <a:rPr lang="en" sz="2400">
                <a:solidFill>
                  <a:srgbClr val="FFFFFF"/>
                </a:solidFill>
                <a:latin typeface="DM Sans"/>
                <a:ea typeface="DM Sans"/>
                <a:cs typeface="DM Sans"/>
                <a:sym typeface="DM Sans"/>
              </a:rPr>
              <a:t>48 only</a:t>
            </a:r>
            <a:endParaRPr sz="2400">
              <a:solidFill>
                <a:srgbClr val="FFFFFF"/>
              </a:solidFill>
              <a:latin typeface="DM Sans"/>
              <a:ea typeface="DM Sans"/>
              <a:cs typeface="DM Sans"/>
              <a:sym typeface="DM Sans"/>
            </a:endParaRPr>
          </a:p>
          <a:p>
            <a:pPr indent="-323850" lvl="0" marL="457200" rtl="0" algn="l">
              <a:spcBef>
                <a:spcPts val="0"/>
              </a:spcBef>
              <a:spcAft>
                <a:spcPts val="0"/>
              </a:spcAft>
              <a:buClr>
                <a:srgbClr val="FFFFFF"/>
              </a:buClr>
              <a:buSzPts val="2400"/>
              <a:buFont typeface="DM Sans"/>
              <a:buAutoNum type="alphaUcPeriod"/>
            </a:pPr>
            <a:r>
              <a:rPr lang="en" sz="2400">
                <a:solidFill>
                  <a:srgbClr val="FFFFFF"/>
                </a:solidFill>
                <a:latin typeface="DM Sans"/>
                <a:ea typeface="DM Sans"/>
                <a:cs typeface="DM Sans"/>
                <a:sym typeface="DM Sans"/>
              </a:rPr>
              <a:t>71 only</a:t>
            </a:r>
            <a:endParaRPr sz="2400">
              <a:solidFill>
                <a:srgbClr val="FFFFFF"/>
              </a:solidFill>
              <a:latin typeface="DM Sans"/>
              <a:ea typeface="DM Sans"/>
              <a:cs typeface="DM Sans"/>
              <a:sym typeface="DM Sans"/>
            </a:endParaRPr>
          </a:p>
          <a:p>
            <a:pPr indent="-323850" lvl="0" marL="457200" rtl="0" algn="l">
              <a:spcBef>
                <a:spcPts val="0"/>
              </a:spcBef>
              <a:spcAft>
                <a:spcPts val="0"/>
              </a:spcAft>
              <a:buClr>
                <a:srgbClr val="FFFFFF"/>
              </a:buClr>
              <a:buSzPts val="2400"/>
              <a:buFont typeface="DM Sans"/>
              <a:buAutoNum type="alphaUcPeriod"/>
            </a:pPr>
            <a:r>
              <a:rPr lang="en" sz="2400">
                <a:solidFill>
                  <a:srgbClr val="FFFFFF"/>
                </a:solidFill>
                <a:latin typeface="DM Sans"/>
                <a:ea typeface="DM Sans"/>
                <a:cs typeface="DM Sans"/>
                <a:sym typeface="DM Sans"/>
              </a:rPr>
              <a:t>Neither are outliers</a:t>
            </a:r>
            <a:endParaRPr sz="2400">
              <a:solidFill>
                <a:srgbClr val="FFFFFF"/>
              </a:solidFill>
              <a:latin typeface="DM Sans"/>
              <a:ea typeface="DM Sans"/>
              <a:cs typeface="DM Sans"/>
              <a:sym typeface="DM Sans"/>
            </a:endParaRPr>
          </a:p>
        </p:txBody>
      </p:sp>
      <p:pic>
        <p:nvPicPr>
          <p:cNvPr id="772" name="Google Shape;772;p60"/>
          <p:cNvPicPr preferRelativeResize="0"/>
          <p:nvPr/>
        </p:nvPicPr>
        <p:blipFill>
          <a:blip r:embed="rId4">
            <a:alphaModFix/>
          </a:blip>
          <a:stretch>
            <a:fillRect/>
          </a:stretch>
        </p:blipFill>
        <p:spPr>
          <a:xfrm>
            <a:off x="228600" y="2457900"/>
            <a:ext cx="4114800" cy="1429352"/>
          </a:xfrm>
          <a:prstGeom prst="rect">
            <a:avLst/>
          </a:prstGeom>
          <a:noFill/>
          <a:ln>
            <a:noFill/>
          </a:ln>
          <a:effectLst>
            <a:outerShdw blurRad="71438" rotWithShape="0" algn="bl">
              <a:srgbClr val="000000"/>
            </a:outerShdw>
          </a:effectLst>
        </p:spPr>
      </p:pic>
      <p:sp>
        <p:nvSpPr>
          <p:cNvPr id="773" name="Google Shape;773;p60"/>
          <p:cNvSpPr txBox="1"/>
          <p:nvPr/>
        </p:nvSpPr>
        <p:spPr>
          <a:xfrm>
            <a:off x="4800600" y="1490400"/>
            <a:ext cx="4114800" cy="1477800"/>
          </a:xfrm>
          <a:prstGeom prst="rect">
            <a:avLst/>
          </a:prstGeom>
          <a:noFill/>
          <a:ln>
            <a:noFill/>
          </a:ln>
        </p:spPr>
        <p:txBody>
          <a:bodyPr anchorCtr="0" anchor="t" bIns="0" lIns="0" spcFirstLastPara="1" rIns="0" wrap="square" tIns="0">
            <a:spAutoFit/>
          </a:bodyPr>
          <a:lstStyle/>
          <a:p>
            <a:pPr indent="-323850" lvl="0" marL="457200" rtl="0" algn="l">
              <a:spcBef>
                <a:spcPts val="0"/>
              </a:spcBef>
              <a:spcAft>
                <a:spcPts val="0"/>
              </a:spcAft>
              <a:buClr>
                <a:srgbClr val="FFFFFF"/>
              </a:buClr>
              <a:buSzPts val="2400"/>
              <a:buFont typeface="DM Sans"/>
              <a:buAutoNum type="alphaUcPeriod"/>
            </a:pPr>
            <a:r>
              <a:rPr lang="en" sz="2400">
                <a:solidFill>
                  <a:srgbClr val="FFFFFF"/>
                </a:solidFill>
                <a:latin typeface="DM Sans"/>
                <a:ea typeface="DM Sans"/>
                <a:cs typeface="DM Sans"/>
                <a:sym typeface="DM Sans"/>
              </a:rPr>
              <a:t>48 and 71 are outliers</a:t>
            </a:r>
            <a:endParaRPr sz="2400">
              <a:solidFill>
                <a:srgbClr val="FFFFFF"/>
              </a:solidFill>
              <a:latin typeface="DM Sans"/>
              <a:ea typeface="DM Sans"/>
              <a:cs typeface="DM Sans"/>
              <a:sym typeface="DM Sans"/>
            </a:endParaRPr>
          </a:p>
          <a:p>
            <a:pPr indent="-323850" lvl="0" marL="457200" rtl="0" algn="l">
              <a:spcBef>
                <a:spcPts val="0"/>
              </a:spcBef>
              <a:spcAft>
                <a:spcPts val="0"/>
              </a:spcAft>
              <a:buSzPts val="2400"/>
              <a:buFont typeface="DM Sans"/>
              <a:buAutoNum type="alphaUcPeriod"/>
            </a:pPr>
            <a:r>
              <a:rPr lang="en" sz="2400">
                <a:highlight>
                  <a:srgbClr val="C6DED9"/>
                </a:highlight>
                <a:latin typeface="DM Sans"/>
                <a:ea typeface="DM Sans"/>
                <a:cs typeface="DM Sans"/>
                <a:sym typeface="DM Sans"/>
              </a:rPr>
              <a:t>48 only</a:t>
            </a:r>
            <a:endParaRPr sz="2400">
              <a:highlight>
                <a:srgbClr val="C6DED9"/>
              </a:highlight>
              <a:latin typeface="DM Sans"/>
              <a:ea typeface="DM Sans"/>
              <a:cs typeface="DM Sans"/>
              <a:sym typeface="DM Sans"/>
            </a:endParaRPr>
          </a:p>
          <a:p>
            <a:pPr indent="-323850" lvl="0" marL="457200" rtl="0" algn="l">
              <a:spcBef>
                <a:spcPts val="0"/>
              </a:spcBef>
              <a:spcAft>
                <a:spcPts val="0"/>
              </a:spcAft>
              <a:buClr>
                <a:srgbClr val="FFFFFF"/>
              </a:buClr>
              <a:buSzPts val="2400"/>
              <a:buFont typeface="DM Sans"/>
              <a:buAutoNum type="alphaUcPeriod"/>
            </a:pPr>
            <a:r>
              <a:rPr lang="en" sz="2400">
                <a:solidFill>
                  <a:srgbClr val="FFFFFF"/>
                </a:solidFill>
                <a:latin typeface="DM Sans"/>
                <a:ea typeface="DM Sans"/>
                <a:cs typeface="DM Sans"/>
                <a:sym typeface="DM Sans"/>
              </a:rPr>
              <a:t>71 only</a:t>
            </a:r>
            <a:endParaRPr sz="2400">
              <a:solidFill>
                <a:srgbClr val="FFFFFF"/>
              </a:solidFill>
              <a:latin typeface="DM Sans"/>
              <a:ea typeface="DM Sans"/>
              <a:cs typeface="DM Sans"/>
              <a:sym typeface="DM Sans"/>
            </a:endParaRPr>
          </a:p>
          <a:p>
            <a:pPr indent="-323850" lvl="0" marL="457200" rtl="0" algn="l">
              <a:spcBef>
                <a:spcPts val="0"/>
              </a:spcBef>
              <a:spcAft>
                <a:spcPts val="0"/>
              </a:spcAft>
              <a:buClr>
                <a:srgbClr val="FFFFFF"/>
              </a:buClr>
              <a:buSzPts val="2400"/>
              <a:buFont typeface="DM Sans"/>
              <a:buAutoNum type="alphaUcPeriod"/>
            </a:pPr>
            <a:r>
              <a:rPr lang="en" sz="2400">
                <a:solidFill>
                  <a:srgbClr val="FFFFFF"/>
                </a:solidFill>
                <a:latin typeface="DM Sans"/>
                <a:ea typeface="DM Sans"/>
                <a:cs typeface="DM Sans"/>
                <a:sym typeface="DM Sans"/>
              </a:rPr>
              <a:t>Neither are outliers</a:t>
            </a:r>
            <a:endParaRPr sz="2400">
              <a:solidFill>
                <a:srgbClr val="FFFFFF"/>
              </a:solidFill>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770"/>
                                        </p:tgtEl>
                                        <p:attrNameLst>
                                          <p:attrName>style.visibility</p:attrName>
                                        </p:attrNameLst>
                                      </p:cBhvr>
                                      <p:to>
                                        <p:strVal val="visible"/>
                                      </p:to>
                                    </p:set>
                                    <p:animEffect filter="fade" transition="in">
                                      <p:cBhvr>
                                        <p:cTn dur="800"/>
                                        <p:tgtEl>
                                          <p:spTgt spid="770"/>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771"/>
                                        </p:tgtEl>
                                        <p:attrNameLst>
                                          <p:attrName>style.visibility</p:attrName>
                                        </p:attrNameLst>
                                      </p:cBhvr>
                                      <p:to>
                                        <p:strVal val="visible"/>
                                      </p:to>
                                    </p:set>
                                    <p:animEffect filter="fade" transition="in">
                                      <p:cBhvr>
                                        <p:cTn dur="800"/>
                                        <p:tgtEl>
                                          <p:spTgt spid="7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3"/>
                                        </p:tgtEl>
                                        <p:attrNameLst>
                                          <p:attrName>style.visibility</p:attrName>
                                        </p:attrNameLst>
                                      </p:cBhvr>
                                      <p:to>
                                        <p:strVal val="visible"/>
                                      </p:to>
                                    </p:set>
                                    <p:animEffect filter="fade" transition="in">
                                      <p:cBhvr>
                                        <p:cTn dur="800"/>
                                        <p:tgtEl>
                                          <p:spTgt spid="7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61"/>
          <p:cNvSpPr/>
          <p:nvPr/>
        </p:nvSpPr>
        <p:spPr>
          <a:xfrm>
            <a:off x="-7415158" y="4436915"/>
            <a:ext cx="16559154" cy="915356"/>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interquartile range standard deviation</a:t>
            </a:r>
          </a:p>
        </p:txBody>
      </p:sp>
      <p:sp>
        <p:nvSpPr>
          <p:cNvPr id="779" name="Google Shape;779;p61"/>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0" name="Google Shape;780;p61"/>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781" name="Google Shape;781;p61"/>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7</a:t>
            </a:r>
            <a:endParaRPr sz="4800">
              <a:latin typeface="Merriweather"/>
              <a:ea typeface="Merriweather"/>
              <a:cs typeface="Merriweather"/>
              <a:sym typeface="Merriweather"/>
            </a:endParaRPr>
          </a:p>
        </p:txBody>
      </p:sp>
      <p:pic>
        <p:nvPicPr>
          <p:cNvPr id="782" name="Google Shape;782;p61"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783" name="Google Shape;783;p61"/>
          <p:cNvSpPr txBox="1"/>
          <p:nvPr/>
        </p:nvSpPr>
        <p:spPr>
          <a:xfrm>
            <a:off x="293600" y="1741163"/>
            <a:ext cx="4414800" cy="22164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solidFill>
                  <a:srgbClr val="FFFFFF"/>
                </a:solidFill>
                <a:latin typeface="DM Sans"/>
                <a:ea typeface="DM Sans"/>
                <a:cs typeface="DM Sans"/>
                <a:sym typeface="DM Sans"/>
              </a:rPr>
              <a:t>How many total hours did Dana study during the week?</a:t>
            </a:r>
            <a:endParaRPr b="1" sz="2400">
              <a:solidFill>
                <a:srgbClr val="FFFFFF"/>
              </a:solidFill>
              <a:latin typeface="DM Sans"/>
              <a:ea typeface="DM Sans"/>
              <a:cs typeface="DM Sans"/>
              <a:sym typeface="DM Sans"/>
            </a:endParaRPr>
          </a:p>
          <a:p>
            <a:pPr indent="0" lvl="0" marL="0" rtl="0" algn="l">
              <a:spcBef>
                <a:spcPts val="0"/>
              </a:spcBef>
              <a:spcAft>
                <a:spcPts val="0"/>
              </a:spcAft>
              <a:buNone/>
            </a:pPr>
            <a:r>
              <a:rPr lang="en" sz="2400">
                <a:solidFill>
                  <a:srgbClr val="FFFFFF"/>
                </a:solidFill>
                <a:latin typeface="DM Sans"/>
                <a:ea typeface="DM Sans"/>
                <a:cs typeface="DM Sans"/>
                <a:sym typeface="DM Sans"/>
              </a:rPr>
              <a:t>A) 14</a:t>
            </a:r>
            <a:endParaRPr sz="2400">
              <a:solidFill>
                <a:srgbClr val="FFFFFF"/>
              </a:solidFill>
              <a:latin typeface="DM Sans"/>
              <a:ea typeface="DM Sans"/>
              <a:cs typeface="DM Sans"/>
              <a:sym typeface="DM Sans"/>
            </a:endParaRPr>
          </a:p>
          <a:p>
            <a:pPr indent="0" lvl="0" marL="0" rtl="0" algn="l">
              <a:spcBef>
                <a:spcPts val="0"/>
              </a:spcBef>
              <a:spcAft>
                <a:spcPts val="0"/>
              </a:spcAft>
              <a:buNone/>
            </a:pPr>
            <a:r>
              <a:rPr lang="en" sz="2400">
                <a:solidFill>
                  <a:srgbClr val="FFFFFF"/>
                </a:solidFill>
                <a:latin typeface="DM Sans"/>
                <a:ea typeface="DM Sans"/>
                <a:cs typeface="DM Sans"/>
                <a:sym typeface="DM Sans"/>
              </a:rPr>
              <a:t>B) 15</a:t>
            </a:r>
            <a:endParaRPr sz="2400">
              <a:solidFill>
                <a:srgbClr val="FFFFFF"/>
              </a:solidFill>
              <a:latin typeface="DM Sans"/>
              <a:ea typeface="DM Sans"/>
              <a:cs typeface="DM Sans"/>
              <a:sym typeface="DM Sans"/>
            </a:endParaRPr>
          </a:p>
          <a:p>
            <a:pPr indent="0" lvl="0" marL="0" rtl="0" algn="l">
              <a:spcBef>
                <a:spcPts val="0"/>
              </a:spcBef>
              <a:spcAft>
                <a:spcPts val="0"/>
              </a:spcAft>
              <a:buNone/>
            </a:pPr>
            <a:r>
              <a:rPr lang="en" sz="2400">
                <a:solidFill>
                  <a:srgbClr val="FFFFFF"/>
                </a:solidFill>
                <a:latin typeface="DM Sans"/>
                <a:ea typeface="DM Sans"/>
                <a:cs typeface="DM Sans"/>
                <a:sym typeface="DM Sans"/>
              </a:rPr>
              <a:t>C) 16</a:t>
            </a:r>
            <a:endParaRPr sz="2400">
              <a:solidFill>
                <a:srgbClr val="FFFFFF"/>
              </a:solidFill>
              <a:latin typeface="DM Sans"/>
              <a:ea typeface="DM Sans"/>
              <a:cs typeface="DM Sans"/>
              <a:sym typeface="DM Sans"/>
            </a:endParaRPr>
          </a:p>
          <a:p>
            <a:pPr indent="0" lvl="0" marL="0" rtl="0" algn="l">
              <a:spcBef>
                <a:spcPts val="0"/>
              </a:spcBef>
              <a:spcAft>
                <a:spcPts val="0"/>
              </a:spcAft>
              <a:buNone/>
            </a:pPr>
            <a:r>
              <a:rPr lang="en" sz="2400">
                <a:solidFill>
                  <a:srgbClr val="FFFFFF"/>
                </a:solidFill>
                <a:latin typeface="DM Sans"/>
                <a:ea typeface="DM Sans"/>
                <a:cs typeface="DM Sans"/>
                <a:sym typeface="DM Sans"/>
              </a:rPr>
              <a:t>D) 17</a:t>
            </a:r>
            <a:endParaRPr i="1" sz="2400">
              <a:solidFill>
                <a:srgbClr val="FFFFFF"/>
              </a:solidFill>
              <a:latin typeface="DM Sans"/>
              <a:ea typeface="DM Sans"/>
              <a:cs typeface="DM Sans"/>
              <a:sym typeface="DM Sans"/>
            </a:endParaRPr>
          </a:p>
        </p:txBody>
      </p:sp>
      <p:sp>
        <p:nvSpPr>
          <p:cNvPr id="784" name="Google Shape;784;p61"/>
          <p:cNvSpPr txBox="1"/>
          <p:nvPr/>
        </p:nvSpPr>
        <p:spPr>
          <a:xfrm>
            <a:off x="5098875" y="1490400"/>
            <a:ext cx="3733500" cy="500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2000">
                <a:solidFill>
                  <a:schemeClr val="lt1"/>
                </a:solidFill>
                <a:latin typeface="DM Sans"/>
                <a:ea typeface="DM Sans"/>
                <a:cs typeface="DM Sans"/>
                <a:sym typeface="DM Sans"/>
              </a:rPr>
              <a:t>Students' Weekly Study Hours by Subject</a:t>
            </a:r>
            <a:endParaRPr b="1" sz="2000">
              <a:solidFill>
                <a:schemeClr val="lt1"/>
              </a:solidFill>
              <a:latin typeface="DM Sans"/>
              <a:ea typeface="DM Sans"/>
              <a:cs typeface="DM Sans"/>
              <a:sym typeface="DM Sans"/>
            </a:endParaRPr>
          </a:p>
        </p:txBody>
      </p:sp>
      <p:graphicFrame>
        <p:nvGraphicFramePr>
          <p:cNvPr id="785" name="Google Shape;785;p61"/>
          <p:cNvGraphicFramePr/>
          <p:nvPr/>
        </p:nvGraphicFramePr>
        <p:xfrm>
          <a:off x="5098875" y="2223966"/>
          <a:ext cx="3000000" cy="3000000"/>
        </p:xfrm>
        <a:graphic>
          <a:graphicData uri="http://schemas.openxmlformats.org/drawingml/2006/table">
            <a:tbl>
              <a:tblPr>
                <a:noFill/>
                <a:tableStyleId>{2DED40DF-FCA5-4BD4-A01F-0AE43B38FAAF}</a:tableStyleId>
              </a:tblPr>
              <a:tblGrid>
                <a:gridCol w="746725"/>
                <a:gridCol w="746725"/>
                <a:gridCol w="746725"/>
                <a:gridCol w="746725"/>
                <a:gridCol w="746725"/>
              </a:tblGrid>
              <a:tr h="392675">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Student</a:t>
                      </a:r>
                      <a:endParaRPr b="1" sz="1100">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Math</a:t>
                      </a:r>
                      <a:endParaRPr b="1" sz="1100">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ELA</a:t>
                      </a:r>
                      <a:endParaRPr b="1" sz="1100">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Science</a:t>
                      </a:r>
                      <a:endParaRPr b="1" sz="1100">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History</a:t>
                      </a:r>
                      <a:endParaRPr b="1" sz="1100">
                        <a:solidFill>
                          <a:schemeClr val="lt1"/>
                        </a:solidFill>
                        <a:latin typeface="DM Sans"/>
                        <a:ea typeface="DM Sans"/>
                        <a:cs typeface="DM Sans"/>
                        <a:sym typeface="DM Sans"/>
                      </a:endParaRPr>
                    </a:p>
                  </a:txBody>
                  <a:tcPr marT="91425" marB="91425" marR="91425" marL="91425"/>
                </a:tc>
              </a:tr>
              <a:tr h="392675">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Alex</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5</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4</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3</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2</a:t>
                      </a:r>
                      <a:endParaRPr>
                        <a:solidFill>
                          <a:schemeClr val="lt1"/>
                        </a:solidFill>
                        <a:latin typeface="DM Sans"/>
                        <a:ea typeface="DM Sans"/>
                        <a:cs typeface="DM Sans"/>
                        <a:sym typeface="DM Sans"/>
                      </a:endParaRPr>
                    </a:p>
                  </a:txBody>
                  <a:tcPr marT="91425" marB="91425" marR="91425" marL="91425"/>
                </a:tc>
              </a:tr>
              <a:tr h="392675">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Brian</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6</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5</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4</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1</a:t>
                      </a:r>
                      <a:endParaRPr>
                        <a:solidFill>
                          <a:schemeClr val="lt1"/>
                        </a:solidFill>
                        <a:latin typeface="DM Sans"/>
                        <a:ea typeface="DM Sans"/>
                        <a:cs typeface="DM Sans"/>
                        <a:sym typeface="DM Sans"/>
                      </a:endParaRPr>
                    </a:p>
                  </a:txBody>
                  <a:tcPr marT="91425" marB="91425" marR="91425" marL="91425"/>
                </a:tc>
              </a:tr>
              <a:tr h="392675">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Carlos</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3</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6</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2</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2</a:t>
                      </a:r>
                      <a:endParaRPr>
                        <a:solidFill>
                          <a:schemeClr val="lt1"/>
                        </a:solidFill>
                        <a:latin typeface="DM Sans"/>
                        <a:ea typeface="DM Sans"/>
                        <a:cs typeface="DM Sans"/>
                        <a:sym typeface="DM Sans"/>
                      </a:endParaRPr>
                    </a:p>
                  </a:txBody>
                  <a:tcPr marT="91425" marB="91425" marR="91425" marL="91425"/>
                </a:tc>
              </a:tr>
              <a:tr h="392675">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Dana</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4</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5</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5</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3</a:t>
                      </a:r>
                      <a:endParaRPr>
                        <a:solidFill>
                          <a:schemeClr val="lt1"/>
                        </a:solidFill>
                        <a:latin typeface="DM Sans"/>
                        <a:ea typeface="DM Sans"/>
                        <a:cs typeface="DM Sans"/>
                        <a:sym typeface="DM Sans"/>
                      </a:endParaRPr>
                    </a:p>
                  </a:txBody>
                  <a:tcPr marT="91425" marB="91425" marR="91425" marL="91425"/>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783"/>
                                        </p:tgtEl>
                                        <p:attrNameLst>
                                          <p:attrName>style.visibility</p:attrName>
                                        </p:attrNameLst>
                                      </p:cBhvr>
                                      <p:to>
                                        <p:strVal val="visible"/>
                                      </p:to>
                                    </p:set>
                                    <p:animEffect filter="fade" transition="in">
                                      <p:cBhvr>
                                        <p:cTn dur="800"/>
                                        <p:tgtEl>
                                          <p:spTgt spid="7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62"/>
          <p:cNvSpPr/>
          <p:nvPr/>
        </p:nvSpPr>
        <p:spPr>
          <a:xfrm>
            <a:off x="-7415158" y="4436915"/>
            <a:ext cx="16559154" cy="915356"/>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interquartile range standard deviation</a:t>
            </a:r>
          </a:p>
        </p:txBody>
      </p:sp>
      <p:sp>
        <p:nvSpPr>
          <p:cNvPr id="791" name="Google Shape;791;p62"/>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2" name="Google Shape;792;p62"/>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793" name="Google Shape;793;p62"/>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7</a:t>
            </a:r>
            <a:endParaRPr sz="4800">
              <a:latin typeface="Merriweather"/>
              <a:ea typeface="Merriweather"/>
              <a:cs typeface="Merriweather"/>
              <a:sym typeface="Merriweather"/>
            </a:endParaRPr>
          </a:p>
        </p:txBody>
      </p:sp>
      <p:pic>
        <p:nvPicPr>
          <p:cNvPr id="794" name="Google Shape;794;p62"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795" name="Google Shape;795;p62"/>
          <p:cNvSpPr txBox="1"/>
          <p:nvPr/>
        </p:nvSpPr>
        <p:spPr>
          <a:xfrm>
            <a:off x="293600" y="1741163"/>
            <a:ext cx="4414800" cy="22164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solidFill>
                  <a:srgbClr val="FFFFFF"/>
                </a:solidFill>
                <a:latin typeface="DM Sans"/>
                <a:ea typeface="DM Sans"/>
                <a:cs typeface="DM Sans"/>
                <a:sym typeface="DM Sans"/>
              </a:rPr>
              <a:t>How many total hours did Dana study during the week?</a:t>
            </a:r>
            <a:endParaRPr b="1" sz="2400">
              <a:solidFill>
                <a:srgbClr val="FFFFFF"/>
              </a:solidFill>
              <a:latin typeface="DM Sans"/>
              <a:ea typeface="DM Sans"/>
              <a:cs typeface="DM Sans"/>
              <a:sym typeface="DM Sans"/>
            </a:endParaRPr>
          </a:p>
          <a:p>
            <a:pPr indent="0" lvl="0" marL="0" rtl="0" algn="l">
              <a:spcBef>
                <a:spcPts val="0"/>
              </a:spcBef>
              <a:spcAft>
                <a:spcPts val="0"/>
              </a:spcAft>
              <a:buNone/>
            </a:pPr>
            <a:r>
              <a:rPr lang="en" sz="2400">
                <a:solidFill>
                  <a:srgbClr val="FFFFFF"/>
                </a:solidFill>
                <a:latin typeface="DM Sans"/>
                <a:ea typeface="DM Sans"/>
                <a:cs typeface="DM Sans"/>
                <a:sym typeface="DM Sans"/>
              </a:rPr>
              <a:t>A) 14</a:t>
            </a:r>
            <a:endParaRPr sz="2400">
              <a:solidFill>
                <a:srgbClr val="FFFFFF"/>
              </a:solidFill>
              <a:latin typeface="DM Sans"/>
              <a:ea typeface="DM Sans"/>
              <a:cs typeface="DM Sans"/>
              <a:sym typeface="DM Sans"/>
            </a:endParaRPr>
          </a:p>
          <a:p>
            <a:pPr indent="0" lvl="0" marL="0" rtl="0" algn="l">
              <a:spcBef>
                <a:spcPts val="0"/>
              </a:spcBef>
              <a:spcAft>
                <a:spcPts val="0"/>
              </a:spcAft>
              <a:buNone/>
            </a:pPr>
            <a:r>
              <a:rPr lang="en" sz="2400">
                <a:solidFill>
                  <a:srgbClr val="FFFFFF"/>
                </a:solidFill>
                <a:latin typeface="DM Sans"/>
                <a:ea typeface="DM Sans"/>
                <a:cs typeface="DM Sans"/>
                <a:sym typeface="DM Sans"/>
              </a:rPr>
              <a:t>B) 15</a:t>
            </a:r>
            <a:endParaRPr sz="2400">
              <a:solidFill>
                <a:srgbClr val="FFFFFF"/>
              </a:solidFill>
              <a:latin typeface="DM Sans"/>
              <a:ea typeface="DM Sans"/>
              <a:cs typeface="DM Sans"/>
              <a:sym typeface="DM Sans"/>
            </a:endParaRPr>
          </a:p>
          <a:p>
            <a:pPr indent="0" lvl="0" marL="0" rtl="0" algn="l">
              <a:spcBef>
                <a:spcPts val="0"/>
              </a:spcBef>
              <a:spcAft>
                <a:spcPts val="0"/>
              </a:spcAft>
              <a:buNone/>
            </a:pPr>
            <a:r>
              <a:rPr lang="en" sz="2400">
                <a:solidFill>
                  <a:srgbClr val="FFFFFF"/>
                </a:solidFill>
                <a:latin typeface="DM Sans"/>
                <a:ea typeface="DM Sans"/>
                <a:cs typeface="DM Sans"/>
                <a:sym typeface="DM Sans"/>
              </a:rPr>
              <a:t>C) 16</a:t>
            </a:r>
            <a:endParaRPr sz="2400">
              <a:solidFill>
                <a:srgbClr val="FFFFFF"/>
              </a:solidFill>
              <a:latin typeface="DM Sans"/>
              <a:ea typeface="DM Sans"/>
              <a:cs typeface="DM Sans"/>
              <a:sym typeface="DM Sans"/>
            </a:endParaRPr>
          </a:p>
          <a:p>
            <a:pPr indent="0" lvl="0" marL="0" rtl="0" algn="l">
              <a:spcBef>
                <a:spcPts val="0"/>
              </a:spcBef>
              <a:spcAft>
                <a:spcPts val="0"/>
              </a:spcAft>
              <a:buNone/>
            </a:pPr>
            <a:r>
              <a:rPr lang="en" sz="2400">
                <a:highlight>
                  <a:srgbClr val="C6DED9"/>
                </a:highlight>
                <a:latin typeface="DM Sans"/>
                <a:ea typeface="DM Sans"/>
                <a:cs typeface="DM Sans"/>
                <a:sym typeface="DM Sans"/>
              </a:rPr>
              <a:t>D) 17</a:t>
            </a:r>
            <a:endParaRPr i="1" sz="2400">
              <a:highlight>
                <a:srgbClr val="C6DED9"/>
              </a:highlight>
              <a:latin typeface="DM Sans"/>
              <a:ea typeface="DM Sans"/>
              <a:cs typeface="DM Sans"/>
              <a:sym typeface="DM Sans"/>
            </a:endParaRPr>
          </a:p>
        </p:txBody>
      </p:sp>
      <p:sp>
        <p:nvSpPr>
          <p:cNvPr id="796" name="Google Shape;796;p62"/>
          <p:cNvSpPr txBox="1"/>
          <p:nvPr/>
        </p:nvSpPr>
        <p:spPr>
          <a:xfrm>
            <a:off x="5098875" y="1490400"/>
            <a:ext cx="3733500" cy="500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2000">
                <a:solidFill>
                  <a:schemeClr val="lt1"/>
                </a:solidFill>
                <a:latin typeface="DM Sans"/>
                <a:ea typeface="DM Sans"/>
                <a:cs typeface="DM Sans"/>
                <a:sym typeface="DM Sans"/>
              </a:rPr>
              <a:t>Students' Weekly Study Hours by Subject</a:t>
            </a:r>
            <a:endParaRPr b="1" sz="2000">
              <a:solidFill>
                <a:schemeClr val="lt1"/>
              </a:solidFill>
              <a:latin typeface="DM Sans"/>
              <a:ea typeface="DM Sans"/>
              <a:cs typeface="DM Sans"/>
              <a:sym typeface="DM Sans"/>
            </a:endParaRPr>
          </a:p>
        </p:txBody>
      </p:sp>
      <p:graphicFrame>
        <p:nvGraphicFramePr>
          <p:cNvPr id="797" name="Google Shape;797;p62"/>
          <p:cNvGraphicFramePr/>
          <p:nvPr/>
        </p:nvGraphicFramePr>
        <p:xfrm>
          <a:off x="5098875" y="2223966"/>
          <a:ext cx="3000000" cy="3000000"/>
        </p:xfrm>
        <a:graphic>
          <a:graphicData uri="http://schemas.openxmlformats.org/drawingml/2006/table">
            <a:tbl>
              <a:tblPr>
                <a:noFill/>
                <a:tableStyleId>{2DED40DF-FCA5-4BD4-A01F-0AE43B38FAAF}</a:tableStyleId>
              </a:tblPr>
              <a:tblGrid>
                <a:gridCol w="746725"/>
                <a:gridCol w="746725"/>
                <a:gridCol w="746725"/>
                <a:gridCol w="746725"/>
                <a:gridCol w="746725"/>
              </a:tblGrid>
              <a:tr h="392675">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Student</a:t>
                      </a:r>
                      <a:endParaRPr b="1" sz="1100">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Math</a:t>
                      </a:r>
                      <a:endParaRPr b="1" sz="1100">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ELA</a:t>
                      </a:r>
                      <a:endParaRPr b="1" sz="1100">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Science</a:t>
                      </a:r>
                      <a:endParaRPr b="1" sz="1100">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History</a:t>
                      </a:r>
                      <a:endParaRPr b="1" sz="1100">
                        <a:solidFill>
                          <a:schemeClr val="lt1"/>
                        </a:solidFill>
                        <a:latin typeface="DM Sans"/>
                        <a:ea typeface="DM Sans"/>
                        <a:cs typeface="DM Sans"/>
                        <a:sym typeface="DM Sans"/>
                      </a:endParaRPr>
                    </a:p>
                  </a:txBody>
                  <a:tcPr marT="91425" marB="91425" marR="91425" marL="91425"/>
                </a:tc>
              </a:tr>
              <a:tr h="392675">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Alex</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5</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4</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3</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2</a:t>
                      </a:r>
                      <a:endParaRPr>
                        <a:solidFill>
                          <a:schemeClr val="lt1"/>
                        </a:solidFill>
                        <a:latin typeface="DM Sans"/>
                        <a:ea typeface="DM Sans"/>
                        <a:cs typeface="DM Sans"/>
                        <a:sym typeface="DM Sans"/>
                      </a:endParaRPr>
                    </a:p>
                  </a:txBody>
                  <a:tcPr marT="91425" marB="91425" marR="91425" marL="91425"/>
                </a:tc>
              </a:tr>
              <a:tr h="392675">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Brian</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6</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5</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4</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1</a:t>
                      </a:r>
                      <a:endParaRPr>
                        <a:solidFill>
                          <a:schemeClr val="lt1"/>
                        </a:solidFill>
                        <a:latin typeface="DM Sans"/>
                        <a:ea typeface="DM Sans"/>
                        <a:cs typeface="DM Sans"/>
                        <a:sym typeface="DM Sans"/>
                      </a:endParaRPr>
                    </a:p>
                  </a:txBody>
                  <a:tcPr marT="91425" marB="91425" marR="91425" marL="91425"/>
                </a:tc>
              </a:tr>
              <a:tr h="392675">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Carlos</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3</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6</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2</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2</a:t>
                      </a:r>
                      <a:endParaRPr>
                        <a:solidFill>
                          <a:schemeClr val="lt1"/>
                        </a:solidFill>
                        <a:latin typeface="DM Sans"/>
                        <a:ea typeface="DM Sans"/>
                        <a:cs typeface="DM Sans"/>
                        <a:sym typeface="DM Sans"/>
                      </a:endParaRPr>
                    </a:p>
                  </a:txBody>
                  <a:tcPr marT="91425" marB="91425" marR="91425" marL="91425"/>
                </a:tc>
              </a:tr>
              <a:tr h="392675">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Dana</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4</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5</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5</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3</a:t>
                      </a:r>
                      <a:endParaRPr>
                        <a:solidFill>
                          <a:schemeClr val="lt1"/>
                        </a:solidFill>
                        <a:latin typeface="DM Sans"/>
                        <a:ea typeface="DM Sans"/>
                        <a:cs typeface="DM Sans"/>
                        <a:sym typeface="DM Sans"/>
                      </a:endParaRPr>
                    </a:p>
                  </a:txBody>
                  <a:tcPr marT="91425" marB="91425" marR="91425" marL="91425"/>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63"/>
          <p:cNvSpPr/>
          <p:nvPr/>
        </p:nvSpPr>
        <p:spPr>
          <a:xfrm>
            <a:off x="-7415158" y="4436915"/>
            <a:ext cx="16559154" cy="915356"/>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interquartile range standard deviation</a:t>
            </a:r>
          </a:p>
        </p:txBody>
      </p:sp>
      <p:sp>
        <p:nvSpPr>
          <p:cNvPr id="803" name="Google Shape;803;p63"/>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4" name="Google Shape;804;p63"/>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805" name="Google Shape;805;p63"/>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8</a:t>
            </a:r>
            <a:endParaRPr sz="4800">
              <a:latin typeface="Merriweather"/>
              <a:ea typeface="Merriweather"/>
              <a:cs typeface="Merriweather"/>
              <a:sym typeface="Merriweather"/>
            </a:endParaRPr>
          </a:p>
        </p:txBody>
      </p:sp>
      <p:pic>
        <p:nvPicPr>
          <p:cNvPr id="806" name="Google Shape;806;p63"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807" name="Google Shape;807;p63"/>
          <p:cNvSpPr txBox="1"/>
          <p:nvPr/>
        </p:nvSpPr>
        <p:spPr>
          <a:xfrm>
            <a:off x="293600" y="1741163"/>
            <a:ext cx="4414800" cy="25860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solidFill>
                  <a:srgbClr val="FFFFFF"/>
                </a:solidFill>
                <a:latin typeface="DM Sans"/>
                <a:ea typeface="DM Sans"/>
                <a:cs typeface="DM Sans"/>
                <a:sym typeface="DM Sans"/>
              </a:rPr>
              <a:t>Which subject had the highest total study time </a:t>
            </a:r>
            <a:r>
              <a:rPr b="1" lang="en" sz="2400">
                <a:solidFill>
                  <a:srgbClr val="FFFFFF"/>
                </a:solidFill>
                <a:latin typeface="DM Sans"/>
                <a:ea typeface="DM Sans"/>
                <a:cs typeface="DM Sans"/>
                <a:sym typeface="DM Sans"/>
              </a:rPr>
              <a:t>across all students?</a:t>
            </a:r>
            <a:endParaRPr b="1" sz="2400">
              <a:solidFill>
                <a:srgbClr val="FFFFFF"/>
              </a:solidFill>
              <a:latin typeface="DM Sans"/>
              <a:ea typeface="DM Sans"/>
              <a:cs typeface="DM Sans"/>
              <a:sym typeface="DM Sans"/>
            </a:endParaRPr>
          </a:p>
          <a:p>
            <a:pPr indent="0" lvl="0" marL="0" rtl="0" algn="l">
              <a:spcBef>
                <a:spcPts val="0"/>
              </a:spcBef>
              <a:spcAft>
                <a:spcPts val="0"/>
              </a:spcAft>
              <a:buNone/>
            </a:pPr>
            <a:r>
              <a:rPr lang="en" sz="2400">
                <a:solidFill>
                  <a:srgbClr val="FFFFFF"/>
                </a:solidFill>
                <a:latin typeface="DM Sans"/>
                <a:ea typeface="DM Sans"/>
                <a:cs typeface="DM Sans"/>
                <a:sym typeface="DM Sans"/>
              </a:rPr>
              <a:t>A) Math</a:t>
            </a:r>
            <a:endParaRPr sz="2400">
              <a:solidFill>
                <a:srgbClr val="FFFFFF"/>
              </a:solidFill>
              <a:latin typeface="DM Sans"/>
              <a:ea typeface="DM Sans"/>
              <a:cs typeface="DM Sans"/>
              <a:sym typeface="DM Sans"/>
            </a:endParaRPr>
          </a:p>
          <a:p>
            <a:pPr indent="0" lvl="0" marL="0" rtl="0" algn="l">
              <a:spcBef>
                <a:spcPts val="0"/>
              </a:spcBef>
              <a:spcAft>
                <a:spcPts val="0"/>
              </a:spcAft>
              <a:buNone/>
            </a:pPr>
            <a:r>
              <a:rPr lang="en" sz="2400">
                <a:solidFill>
                  <a:srgbClr val="FFFFFF"/>
                </a:solidFill>
                <a:latin typeface="DM Sans"/>
                <a:ea typeface="DM Sans"/>
                <a:cs typeface="DM Sans"/>
                <a:sym typeface="DM Sans"/>
              </a:rPr>
              <a:t>B) ELA</a:t>
            </a:r>
            <a:endParaRPr sz="2400">
              <a:solidFill>
                <a:srgbClr val="FFFFFF"/>
              </a:solidFill>
              <a:latin typeface="DM Sans"/>
              <a:ea typeface="DM Sans"/>
              <a:cs typeface="DM Sans"/>
              <a:sym typeface="DM Sans"/>
            </a:endParaRPr>
          </a:p>
          <a:p>
            <a:pPr indent="0" lvl="0" marL="0" rtl="0" algn="l">
              <a:spcBef>
                <a:spcPts val="0"/>
              </a:spcBef>
              <a:spcAft>
                <a:spcPts val="0"/>
              </a:spcAft>
              <a:buNone/>
            </a:pPr>
            <a:r>
              <a:rPr lang="en" sz="2400">
                <a:solidFill>
                  <a:srgbClr val="FFFFFF"/>
                </a:solidFill>
                <a:latin typeface="DM Sans"/>
                <a:ea typeface="DM Sans"/>
                <a:cs typeface="DM Sans"/>
                <a:sym typeface="DM Sans"/>
              </a:rPr>
              <a:t>C) Science</a:t>
            </a:r>
            <a:endParaRPr sz="2400">
              <a:solidFill>
                <a:srgbClr val="FFFFFF"/>
              </a:solidFill>
              <a:latin typeface="DM Sans"/>
              <a:ea typeface="DM Sans"/>
              <a:cs typeface="DM Sans"/>
              <a:sym typeface="DM Sans"/>
            </a:endParaRPr>
          </a:p>
          <a:p>
            <a:pPr indent="0" lvl="0" marL="0" rtl="0" algn="l">
              <a:spcBef>
                <a:spcPts val="0"/>
              </a:spcBef>
              <a:spcAft>
                <a:spcPts val="0"/>
              </a:spcAft>
              <a:buNone/>
            </a:pPr>
            <a:r>
              <a:rPr lang="en" sz="2400">
                <a:solidFill>
                  <a:srgbClr val="FFFFFF"/>
                </a:solidFill>
                <a:latin typeface="DM Sans"/>
                <a:ea typeface="DM Sans"/>
                <a:cs typeface="DM Sans"/>
                <a:sym typeface="DM Sans"/>
              </a:rPr>
              <a:t>D) History</a:t>
            </a:r>
            <a:endParaRPr i="1" sz="2400">
              <a:solidFill>
                <a:srgbClr val="FFFFFF"/>
              </a:solidFill>
              <a:latin typeface="DM Sans"/>
              <a:ea typeface="DM Sans"/>
              <a:cs typeface="DM Sans"/>
              <a:sym typeface="DM Sans"/>
            </a:endParaRPr>
          </a:p>
        </p:txBody>
      </p:sp>
      <p:sp>
        <p:nvSpPr>
          <p:cNvPr id="808" name="Google Shape;808;p63"/>
          <p:cNvSpPr txBox="1"/>
          <p:nvPr/>
        </p:nvSpPr>
        <p:spPr>
          <a:xfrm>
            <a:off x="5098875" y="1490400"/>
            <a:ext cx="3733500" cy="500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2000">
                <a:solidFill>
                  <a:schemeClr val="lt1"/>
                </a:solidFill>
                <a:latin typeface="DM Sans"/>
                <a:ea typeface="DM Sans"/>
                <a:cs typeface="DM Sans"/>
                <a:sym typeface="DM Sans"/>
              </a:rPr>
              <a:t>Students' Weekly Study Hours by Subject</a:t>
            </a:r>
            <a:endParaRPr b="1" sz="2000">
              <a:solidFill>
                <a:schemeClr val="lt1"/>
              </a:solidFill>
              <a:latin typeface="DM Sans"/>
              <a:ea typeface="DM Sans"/>
              <a:cs typeface="DM Sans"/>
              <a:sym typeface="DM Sans"/>
            </a:endParaRPr>
          </a:p>
        </p:txBody>
      </p:sp>
      <p:graphicFrame>
        <p:nvGraphicFramePr>
          <p:cNvPr id="809" name="Google Shape;809;p63"/>
          <p:cNvGraphicFramePr/>
          <p:nvPr/>
        </p:nvGraphicFramePr>
        <p:xfrm>
          <a:off x="5098875" y="2223966"/>
          <a:ext cx="3000000" cy="3000000"/>
        </p:xfrm>
        <a:graphic>
          <a:graphicData uri="http://schemas.openxmlformats.org/drawingml/2006/table">
            <a:tbl>
              <a:tblPr>
                <a:noFill/>
                <a:tableStyleId>{2DED40DF-FCA5-4BD4-A01F-0AE43B38FAAF}</a:tableStyleId>
              </a:tblPr>
              <a:tblGrid>
                <a:gridCol w="746725"/>
                <a:gridCol w="746725"/>
                <a:gridCol w="746725"/>
                <a:gridCol w="746725"/>
                <a:gridCol w="746725"/>
              </a:tblGrid>
              <a:tr h="392675">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Student</a:t>
                      </a:r>
                      <a:endParaRPr b="1" sz="1100">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Math</a:t>
                      </a:r>
                      <a:endParaRPr b="1" sz="1100">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ELA</a:t>
                      </a:r>
                      <a:endParaRPr b="1" sz="1100">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Science</a:t>
                      </a:r>
                      <a:endParaRPr b="1" sz="1100">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History</a:t>
                      </a:r>
                      <a:endParaRPr b="1" sz="1100">
                        <a:solidFill>
                          <a:schemeClr val="lt1"/>
                        </a:solidFill>
                        <a:latin typeface="DM Sans"/>
                        <a:ea typeface="DM Sans"/>
                        <a:cs typeface="DM Sans"/>
                        <a:sym typeface="DM Sans"/>
                      </a:endParaRPr>
                    </a:p>
                  </a:txBody>
                  <a:tcPr marT="91425" marB="91425" marR="91425" marL="91425"/>
                </a:tc>
              </a:tr>
              <a:tr h="392675">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Alex</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5</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4</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3</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2</a:t>
                      </a:r>
                      <a:endParaRPr>
                        <a:solidFill>
                          <a:schemeClr val="lt1"/>
                        </a:solidFill>
                        <a:latin typeface="DM Sans"/>
                        <a:ea typeface="DM Sans"/>
                        <a:cs typeface="DM Sans"/>
                        <a:sym typeface="DM Sans"/>
                      </a:endParaRPr>
                    </a:p>
                  </a:txBody>
                  <a:tcPr marT="91425" marB="91425" marR="91425" marL="91425"/>
                </a:tc>
              </a:tr>
              <a:tr h="392675">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Brian</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6</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5</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4</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1</a:t>
                      </a:r>
                      <a:endParaRPr>
                        <a:solidFill>
                          <a:schemeClr val="lt1"/>
                        </a:solidFill>
                        <a:latin typeface="DM Sans"/>
                        <a:ea typeface="DM Sans"/>
                        <a:cs typeface="DM Sans"/>
                        <a:sym typeface="DM Sans"/>
                      </a:endParaRPr>
                    </a:p>
                  </a:txBody>
                  <a:tcPr marT="91425" marB="91425" marR="91425" marL="91425"/>
                </a:tc>
              </a:tr>
              <a:tr h="392675">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Carlos</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3</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6</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2</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2</a:t>
                      </a:r>
                      <a:endParaRPr>
                        <a:solidFill>
                          <a:schemeClr val="lt1"/>
                        </a:solidFill>
                        <a:latin typeface="DM Sans"/>
                        <a:ea typeface="DM Sans"/>
                        <a:cs typeface="DM Sans"/>
                        <a:sym typeface="DM Sans"/>
                      </a:endParaRPr>
                    </a:p>
                  </a:txBody>
                  <a:tcPr marT="91425" marB="91425" marR="91425" marL="91425"/>
                </a:tc>
              </a:tr>
              <a:tr h="392675">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Dana</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4</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5</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5</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3</a:t>
                      </a:r>
                      <a:endParaRPr>
                        <a:solidFill>
                          <a:schemeClr val="lt1"/>
                        </a:solidFill>
                        <a:latin typeface="DM Sans"/>
                        <a:ea typeface="DM Sans"/>
                        <a:cs typeface="DM Sans"/>
                        <a:sym typeface="DM Sans"/>
                      </a:endParaRPr>
                    </a:p>
                  </a:txBody>
                  <a:tcPr marT="91425" marB="91425" marR="91425" marL="91425"/>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807"/>
                                        </p:tgtEl>
                                        <p:attrNameLst>
                                          <p:attrName>style.visibility</p:attrName>
                                        </p:attrNameLst>
                                      </p:cBhvr>
                                      <p:to>
                                        <p:strVal val="visible"/>
                                      </p:to>
                                    </p:set>
                                    <p:animEffect filter="fade" transition="in">
                                      <p:cBhvr>
                                        <p:cTn dur="800"/>
                                        <p:tgtEl>
                                          <p:spTgt spid="8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sp>
        <p:nvSpPr>
          <p:cNvPr id="814" name="Google Shape;814;p64"/>
          <p:cNvSpPr/>
          <p:nvPr/>
        </p:nvSpPr>
        <p:spPr>
          <a:xfrm>
            <a:off x="-7415158" y="4436915"/>
            <a:ext cx="16559154" cy="915356"/>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interquartile range standard deviation</a:t>
            </a:r>
          </a:p>
        </p:txBody>
      </p:sp>
      <p:sp>
        <p:nvSpPr>
          <p:cNvPr id="815" name="Google Shape;815;p64"/>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6" name="Google Shape;816;p64"/>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817" name="Google Shape;817;p64"/>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8</a:t>
            </a:r>
            <a:endParaRPr sz="4800">
              <a:latin typeface="Merriweather"/>
              <a:ea typeface="Merriweather"/>
              <a:cs typeface="Merriweather"/>
              <a:sym typeface="Merriweather"/>
            </a:endParaRPr>
          </a:p>
        </p:txBody>
      </p:sp>
      <p:pic>
        <p:nvPicPr>
          <p:cNvPr id="818" name="Google Shape;818;p64"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819" name="Google Shape;819;p64"/>
          <p:cNvSpPr txBox="1"/>
          <p:nvPr/>
        </p:nvSpPr>
        <p:spPr>
          <a:xfrm>
            <a:off x="293600" y="1741163"/>
            <a:ext cx="4414800" cy="25860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solidFill>
                  <a:srgbClr val="FFFFFF"/>
                </a:solidFill>
                <a:latin typeface="DM Sans"/>
                <a:ea typeface="DM Sans"/>
                <a:cs typeface="DM Sans"/>
                <a:sym typeface="DM Sans"/>
              </a:rPr>
              <a:t>Which subject had the highest total study time across all students?</a:t>
            </a:r>
            <a:endParaRPr b="1" sz="2400">
              <a:solidFill>
                <a:srgbClr val="FFFFFF"/>
              </a:solidFill>
              <a:latin typeface="DM Sans"/>
              <a:ea typeface="DM Sans"/>
              <a:cs typeface="DM Sans"/>
              <a:sym typeface="DM Sans"/>
            </a:endParaRPr>
          </a:p>
          <a:p>
            <a:pPr indent="0" lvl="0" marL="0" rtl="0" algn="l">
              <a:spcBef>
                <a:spcPts val="0"/>
              </a:spcBef>
              <a:spcAft>
                <a:spcPts val="0"/>
              </a:spcAft>
              <a:buNone/>
            </a:pPr>
            <a:r>
              <a:rPr lang="en" sz="2400">
                <a:solidFill>
                  <a:srgbClr val="FFFFFF"/>
                </a:solidFill>
                <a:latin typeface="DM Sans"/>
                <a:ea typeface="DM Sans"/>
                <a:cs typeface="DM Sans"/>
                <a:sym typeface="DM Sans"/>
              </a:rPr>
              <a:t>A) Math</a:t>
            </a:r>
            <a:endParaRPr sz="2400">
              <a:solidFill>
                <a:srgbClr val="FFFFFF"/>
              </a:solidFill>
              <a:latin typeface="DM Sans"/>
              <a:ea typeface="DM Sans"/>
              <a:cs typeface="DM Sans"/>
              <a:sym typeface="DM Sans"/>
            </a:endParaRPr>
          </a:p>
          <a:p>
            <a:pPr indent="0" lvl="0" marL="0" rtl="0" algn="l">
              <a:spcBef>
                <a:spcPts val="0"/>
              </a:spcBef>
              <a:spcAft>
                <a:spcPts val="0"/>
              </a:spcAft>
              <a:buNone/>
            </a:pPr>
            <a:r>
              <a:rPr lang="en" sz="2400">
                <a:solidFill>
                  <a:schemeClr val="dk1"/>
                </a:solidFill>
                <a:highlight>
                  <a:srgbClr val="C6DED9"/>
                </a:highlight>
                <a:latin typeface="DM Sans"/>
                <a:ea typeface="DM Sans"/>
                <a:cs typeface="DM Sans"/>
                <a:sym typeface="DM Sans"/>
              </a:rPr>
              <a:t>B) ELA</a:t>
            </a:r>
            <a:endParaRPr sz="2400">
              <a:solidFill>
                <a:schemeClr val="dk1"/>
              </a:solidFill>
              <a:highlight>
                <a:srgbClr val="C6DED9"/>
              </a:highlight>
              <a:latin typeface="DM Sans"/>
              <a:ea typeface="DM Sans"/>
              <a:cs typeface="DM Sans"/>
              <a:sym typeface="DM Sans"/>
            </a:endParaRPr>
          </a:p>
          <a:p>
            <a:pPr indent="0" lvl="0" marL="0" rtl="0" algn="l">
              <a:spcBef>
                <a:spcPts val="0"/>
              </a:spcBef>
              <a:spcAft>
                <a:spcPts val="0"/>
              </a:spcAft>
              <a:buNone/>
            </a:pPr>
            <a:r>
              <a:rPr lang="en" sz="2400">
                <a:solidFill>
                  <a:srgbClr val="FFFFFF"/>
                </a:solidFill>
                <a:latin typeface="DM Sans"/>
                <a:ea typeface="DM Sans"/>
                <a:cs typeface="DM Sans"/>
                <a:sym typeface="DM Sans"/>
              </a:rPr>
              <a:t>C) Science</a:t>
            </a:r>
            <a:endParaRPr sz="2400">
              <a:solidFill>
                <a:srgbClr val="FFFFFF"/>
              </a:solidFill>
              <a:latin typeface="DM Sans"/>
              <a:ea typeface="DM Sans"/>
              <a:cs typeface="DM Sans"/>
              <a:sym typeface="DM Sans"/>
            </a:endParaRPr>
          </a:p>
          <a:p>
            <a:pPr indent="0" lvl="0" marL="0" rtl="0" algn="l">
              <a:spcBef>
                <a:spcPts val="0"/>
              </a:spcBef>
              <a:spcAft>
                <a:spcPts val="0"/>
              </a:spcAft>
              <a:buNone/>
            </a:pPr>
            <a:r>
              <a:rPr lang="en" sz="2400">
                <a:solidFill>
                  <a:srgbClr val="FFFFFF"/>
                </a:solidFill>
                <a:latin typeface="DM Sans"/>
                <a:ea typeface="DM Sans"/>
                <a:cs typeface="DM Sans"/>
                <a:sym typeface="DM Sans"/>
              </a:rPr>
              <a:t>D) History</a:t>
            </a:r>
            <a:endParaRPr i="1" sz="2400">
              <a:solidFill>
                <a:srgbClr val="FFFFFF"/>
              </a:solidFill>
              <a:latin typeface="DM Sans"/>
              <a:ea typeface="DM Sans"/>
              <a:cs typeface="DM Sans"/>
              <a:sym typeface="DM Sans"/>
            </a:endParaRPr>
          </a:p>
        </p:txBody>
      </p:sp>
      <p:sp>
        <p:nvSpPr>
          <p:cNvPr id="820" name="Google Shape;820;p64"/>
          <p:cNvSpPr txBox="1"/>
          <p:nvPr/>
        </p:nvSpPr>
        <p:spPr>
          <a:xfrm>
            <a:off x="5098875" y="1490400"/>
            <a:ext cx="3733500" cy="500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2000">
                <a:solidFill>
                  <a:schemeClr val="lt1"/>
                </a:solidFill>
                <a:latin typeface="DM Sans"/>
                <a:ea typeface="DM Sans"/>
                <a:cs typeface="DM Sans"/>
                <a:sym typeface="DM Sans"/>
              </a:rPr>
              <a:t>Students' Weekly Study Hours by Subject</a:t>
            </a:r>
            <a:endParaRPr b="1" sz="2000">
              <a:solidFill>
                <a:schemeClr val="lt1"/>
              </a:solidFill>
              <a:latin typeface="DM Sans"/>
              <a:ea typeface="DM Sans"/>
              <a:cs typeface="DM Sans"/>
              <a:sym typeface="DM Sans"/>
            </a:endParaRPr>
          </a:p>
        </p:txBody>
      </p:sp>
      <p:graphicFrame>
        <p:nvGraphicFramePr>
          <p:cNvPr id="821" name="Google Shape;821;p64"/>
          <p:cNvGraphicFramePr/>
          <p:nvPr/>
        </p:nvGraphicFramePr>
        <p:xfrm>
          <a:off x="5098875" y="2223966"/>
          <a:ext cx="3000000" cy="3000000"/>
        </p:xfrm>
        <a:graphic>
          <a:graphicData uri="http://schemas.openxmlformats.org/drawingml/2006/table">
            <a:tbl>
              <a:tblPr>
                <a:noFill/>
                <a:tableStyleId>{2DED40DF-FCA5-4BD4-A01F-0AE43B38FAAF}</a:tableStyleId>
              </a:tblPr>
              <a:tblGrid>
                <a:gridCol w="746725"/>
                <a:gridCol w="746725"/>
                <a:gridCol w="746725"/>
                <a:gridCol w="746725"/>
                <a:gridCol w="746725"/>
              </a:tblGrid>
              <a:tr h="392675">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Student</a:t>
                      </a:r>
                      <a:endParaRPr b="1" sz="1100">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Math</a:t>
                      </a:r>
                      <a:endParaRPr b="1" sz="1100">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ELA</a:t>
                      </a:r>
                      <a:endParaRPr b="1" sz="1100">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Science</a:t>
                      </a:r>
                      <a:endParaRPr b="1" sz="1100">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History</a:t>
                      </a:r>
                      <a:endParaRPr b="1" sz="1100">
                        <a:solidFill>
                          <a:schemeClr val="lt1"/>
                        </a:solidFill>
                        <a:latin typeface="DM Sans"/>
                        <a:ea typeface="DM Sans"/>
                        <a:cs typeface="DM Sans"/>
                        <a:sym typeface="DM Sans"/>
                      </a:endParaRPr>
                    </a:p>
                  </a:txBody>
                  <a:tcPr marT="91425" marB="91425" marR="91425" marL="91425"/>
                </a:tc>
              </a:tr>
              <a:tr h="392675">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Alex</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5</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4</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3</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2</a:t>
                      </a:r>
                      <a:endParaRPr>
                        <a:solidFill>
                          <a:schemeClr val="lt1"/>
                        </a:solidFill>
                        <a:latin typeface="DM Sans"/>
                        <a:ea typeface="DM Sans"/>
                        <a:cs typeface="DM Sans"/>
                        <a:sym typeface="DM Sans"/>
                      </a:endParaRPr>
                    </a:p>
                  </a:txBody>
                  <a:tcPr marT="91425" marB="91425" marR="91425" marL="91425"/>
                </a:tc>
              </a:tr>
              <a:tr h="392675">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Brian</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6</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5</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4</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1</a:t>
                      </a:r>
                      <a:endParaRPr>
                        <a:solidFill>
                          <a:schemeClr val="lt1"/>
                        </a:solidFill>
                        <a:latin typeface="DM Sans"/>
                        <a:ea typeface="DM Sans"/>
                        <a:cs typeface="DM Sans"/>
                        <a:sym typeface="DM Sans"/>
                      </a:endParaRPr>
                    </a:p>
                  </a:txBody>
                  <a:tcPr marT="91425" marB="91425" marR="91425" marL="91425"/>
                </a:tc>
              </a:tr>
              <a:tr h="392675">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Carlos</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3</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6</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2</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2</a:t>
                      </a:r>
                      <a:endParaRPr>
                        <a:solidFill>
                          <a:schemeClr val="lt1"/>
                        </a:solidFill>
                        <a:latin typeface="DM Sans"/>
                        <a:ea typeface="DM Sans"/>
                        <a:cs typeface="DM Sans"/>
                        <a:sym typeface="DM Sans"/>
                      </a:endParaRPr>
                    </a:p>
                  </a:txBody>
                  <a:tcPr marT="91425" marB="91425" marR="91425" marL="91425"/>
                </a:tc>
              </a:tr>
              <a:tr h="392675">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Dana</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4</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5</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5</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3</a:t>
                      </a:r>
                      <a:endParaRPr>
                        <a:solidFill>
                          <a:schemeClr val="lt1"/>
                        </a:solidFill>
                        <a:latin typeface="DM Sans"/>
                        <a:ea typeface="DM Sans"/>
                        <a:cs typeface="DM Sans"/>
                        <a:sym typeface="DM Sans"/>
                      </a:endParaRPr>
                    </a:p>
                  </a:txBody>
                  <a:tcPr marT="91425" marB="91425" marR="91425" marL="91425"/>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819"/>
                                        </p:tgtEl>
                                        <p:attrNameLst>
                                          <p:attrName>style.visibility</p:attrName>
                                        </p:attrNameLst>
                                      </p:cBhvr>
                                      <p:to>
                                        <p:strVal val="visible"/>
                                      </p:to>
                                    </p:set>
                                    <p:animEffect filter="fade" transition="in">
                                      <p:cBhvr>
                                        <p:cTn dur="800"/>
                                        <p:tgtEl>
                                          <p:spTgt spid="8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65"/>
          <p:cNvSpPr/>
          <p:nvPr/>
        </p:nvSpPr>
        <p:spPr>
          <a:xfrm>
            <a:off x="-7415158" y="4436915"/>
            <a:ext cx="16559154" cy="915356"/>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interquartile range standard deviation</a:t>
            </a:r>
          </a:p>
        </p:txBody>
      </p:sp>
      <p:sp>
        <p:nvSpPr>
          <p:cNvPr id="827" name="Google Shape;827;p65"/>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8" name="Google Shape;828;p65"/>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829" name="Google Shape;829;p65"/>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9</a:t>
            </a:r>
            <a:endParaRPr sz="4800">
              <a:latin typeface="Merriweather"/>
              <a:ea typeface="Merriweather"/>
              <a:cs typeface="Merriweather"/>
              <a:sym typeface="Merriweather"/>
            </a:endParaRPr>
          </a:p>
        </p:txBody>
      </p:sp>
      <p:pic>
        <p:nvPicPr>
          <p:cNvPr id="830" name="Google Shape;830;p65"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831" name="Google Shape;831;p65"/>
          <p:cNvSpPr txBox="1"/>
          <p:nvPr/>
        </p:nvSpPr>
        <p:spPr>
          <a:xfrm>
            <a:off x="293600" y="1741163"/>
            <a:ext cx="4414800" cy="25860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solidFill>
                  <a:srgbClr val="FFFFFF"/>
                </a:solidFill>
                <a:latin typeface="DM Sans"/>
                <a:ea typeface="DM Sans"/>
                <a:cs typeface="DM Sans"/>
                <a:sym typeface="DM Sans"/>
              </a:rPr>
              <a:t>What is the average number of hours Brian spent studying per subject?</a:t>
            </a:r>
            <a:endParaRPr b="1" sz="2400">
              <a:solidFill>
                <a:srgbClr val="FFFFFF"/>
              </a:solidFill>
              <a:latin typeface="DM Sans"/>
              <a:ea typeface="DM Sans"/>
              <a:cs typeface="DM Sans"/>
              <a:sym typeface="DM Sans"/>
            </a:endParaRPr>
          </a:p>
          <a:p>
            <a:pPr indent="0" lvl="0" marL="0" rtl="0" algn="l">
              <a:spcBef>
                <a:spcPts val="0"/>
              </a:spcBef>
              <a:spcAft>
                <a:spcPts val="0"/>
              </a:spcAft>
              <a:buNone/>
            </a:pPr>
            <a:r>
              <a:rPr lang="en" sz="2400">
                <a:solidFill>
                  <a:srgbClr val="FFFFFF"/>
                </a:solidFill>
                <a:latin typeface="DM Sans"/>
                <a:ea typeface="DM Sans"/>
                <a:cs typeface="DM Sans"/>
                <a:sym typeface="DM Sans"/>
              </a:rPr>
              <a:t>A) 4</a:t>
            </a:r>
            <a:endParaRPr sz="2400">
              <a:solidFill>
                <a:srgbClr val="FFFFFF"/>
              </a:solidFill>
              <a:latin typeface="DM Sans"/>
              <a:ea typeface="DM Sans"/>
              <a:cs typeface="DM Sans"/>
              <a:sym typeface="DM Sans"/>
            </a:endParaRPr>
          </a:p>
          <a:p>
            <a:pPr indent="0" lvl="0" marL="0" rtl="0" algn="l">
              <a:spcBef>
                <a:spcPts val="0"/>
              </a:spcBef>
              <a:spcAft>
                <a:spcPts val="0"/>
              </a:spcAft>
              <a:buNone/>
            </a:pPr>
            <a:r>
              <a:rPr lang="en" sz="2400">
                <a:solidFill>
                  <a:srgbClr val="FFFFFF"/>
                </a:solidFill>
                <a:latin typeface="DM Sans"/>
                <a:ea typeface="DM Sans"/>
                <a:cs typeface="DM Sans"/>
                <a:sym typeface="DM Sans"/>
              </a:rPr>
              <a:t>B) 4.25</a:t>
            </a:r>
            <a:endParaRPr sz="2400">
              <a:solidFill>
                <a:srgbClr val="FFFFFF"/>
              </a:solidFill>
              <a:latin typeface="DM Sans"/>
              <a:ea typeface="DM Sans"/>
              <a:cs typeface="DM Sans"/>
              <a:sym typeface="DM Sans"/>
            </a:endParaRPr>
          </a:p>
          <a:p>
            <a:pPr indent="0" lvl="0" marL="0" rtl="0" algn="l">
              <a:spcBef>
                <a:spcPts val="0"/>
              </a:spcBef>
              <a:spcAft>
                <a:spcPts val="0"/>
              </a:spcAft>
              <a:buNone/>
            </a:pPr>
            <a:r>
              <a:rPr lang="en" sz="2400">
                <a:solidFill>
                  <a:srgbClr val="FFFFFF"/>
                </a:solidFill>
                <a:latin typeface="DM Sans"/>
                <a:ea typeface="DM Sans"/>
                <a:cs typeface="DM Sans"/>
                <a:sym typeface="DM Sans"/>
              </a:rPr>
              <a:t>C) 4.5</a:t>
            </a:r>
            <a:endParaRPr sz="2400">
              <a:solidFill>
                <a:srgbClr val="FFFFFF"/>
              </a:solidFill>
              <a:latin typeface="DM Sans"/>
              <a:ea typeface="DM Sans"/>
              <a:cs typeface="DM Sans"/>
              <a:sym typeface="DM Sans"/>
            </a:endParaRPr>
          </a:p>
          <a:p>
            <a:pPr indent="0" lvl="0" marL="0" rtl="0" algn="l">
              <a:spcBef>
                <a:spcPts val="0"/>
              </a:spcBef>
              <a:spcAft>
                <a:spcPts val="0"/>
              </a:spcAft>
              <a:buNone/>
            </a:pPr>
            <a:r>
              <a:rPr lang="en" sz="2400">
                <a:solidFill>
                  <a:srgbClr val="FFFFFF"/>
                </a:solidFill>
                <a:latin typeface="DM Sans"/>
                <a:ea typeface="DM Sans"/>
                <a:cs typeface="DM Sans"/>
                <a:sym typeface="DM Sans"/>
              </a:rPr>
              <a:t>D) 5</a:t>
            </a:r>
            <a:endParaRPr i="1" sz="2400">
              <a:solidFill>
                <a:srgbClr val="FFFFFF"/>
              </a:solidFill>
              <a:latin typeface="DM Sans"/>
              <a:ea typeface="DM Sans"/>
              <a:cs typeface="DM Sans"/>
              <a:sym typeface="DM Sans"/>
            </a:endParaRPr>
          </a:p>
        </p:txBody>
      </p:sp>
      <p:sp>
        <p:nvSpPr>
          <p:cNvPr id="832" name="Google Shape;832;p65"/>
          <p:cNvSpPr txBox="1"/>
          <p:nvPr/>
        </p:nvSpPr>
        <p:spPr>
          <a:xfrm>
            <a:off x="5098875" y="1490400"/>
            <a:ext cx="3733500" cy="500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2000">
                <a:solidFill>
                  <a:schemeClr val="lt1"/>
                </a:solidFill>
                <a:latin typeface="DM Sans"/>
                <a:ea typeface="DM Sans"/>
                <a:cs typeface="DM Sans"/>
                <a:sym typeface="DM Sans"/>
              </a:rPr>
              <a:t>Students' Weekly Study Hours by Subject</a:t>
            </a:r>
            <a:endParaRPr b="1" sz="2000">
              <a:solidFill>
                <a:schemeClr val="lt1"/>
              </a:solidFill>
              <a:latin typeface="DM Sans"/>
              <a:ea typeface="DM Sans"/>
              <a:cs typeface="DM Sans"/>
              <a:sym typeface="DM Sans"/>
            </a:endParaRPr>
          </a:p>
        </p:txBody>
      </p:sp>
      <p:graphicFrame>
        <p:nvGraphicFramePr>
          <p:cNvPr id="833" name="Google Shape;833;p65"/>
          <p:cNvGraphicFramePr/>
          <p:nvPr/>
        </p:nvGraphicFramePr>
        <p:xfrm>
          <a:off x="5098875" y="2223966"/>
          <a:ext cx="3000000" cy="3000000"/>
        </p:xfrm>
        <a:graphic>
          <a:graphicData uri="http://schemas.openxmlformats.org/drawingml/2006/table">
            <a:tbl>
              <a:tblPr>
                <a:noFill/>
                <a:tableStyleId>{2DED40DF-FCA5-4BD4-A01F-0AE43B38FAAF}</a:tableStyleId>
              </a:tblPr>
              <a:tblGrid>
                <a:gridCol w="746725"/>
                <a:gridCol w="746725"/>
                <a:gridCol w="746725"/>
                <a:gridCol w="746725"/>
                <a:gridCol w="746725"/>
              </a:tblGrid>
              <a:tr h="392675">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Student</a:t>
                      </a:r>
                      <a:endParaRPr b="1" sz="1100">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Math</a:t>
                      </a:r>
                      <a:endParaRPr b="1" sz="1100">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ELA</a:t>
                      </a:r>
                      <a:endParaRPr b="1" sz="1100">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Science</a:t>
                      </a:r>
                      <a:endParaRPr b="1" sz="1100">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History</a:t>
                      </a:r>
                      <a:endParaRPr b="1" sz="1100">
                        <a:solidFill>
                          <a:schemeClr val="lt1"/>
                        </a:solidFill>
                        <a:latin typeface="DM Sans"/>
                        <a:ea typeface="DM Sans"/>
                        <a:cs typeface="DM Sans"/>
                        <a:sym typeface="DM Sans"/>
                      </a:endParaRPr>
                    </a:p>
                  </a:txBody>
                  <a:tcPr marT="91425" marB="91425" marR="91425" marL="91425"/>
                </a:tc>
              </a:tr>
              <a:tr h="392675">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Alex</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5</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4</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3</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2</a:t>
                      </a:r>
                      <a:endParaRPr>
                        <a:solidFill>
                          <a:schemeClr val="lt1"/>
                        </a:solidFill>
                        <a:latin typeface="DM Sans"/>
                        <a:ea typeface="DM Sans"/>
                        <a:cs typeface="DM Sans"/>
                        <a:sym typeface="DM Sans"/>
                      </a:endParaRPr>
                    </a:p>
                  </a:txBody>
                  <a:tcPr marT="91425" marB="91425" marR="91425" marL="91425"/>
                </a:tc>
              </a:tr>
              <a:tr h="392675">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Brian</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6</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5</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4</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1</a:t>
                      </a:r>
                      <a:endParaRPr>
                        <a:solidFill>
                          <a:schemeClr val="lt1"/>
                        </a:solidFill>
                        <a:latin typeface="DM Sans"/>
                        <a:ea typeface="DM Sans"/>
                        <a:cs typeface="DM Sans"/>
                        <a:sym typeface="DM Sans"/>
                      </a:endParaRPr>
                    </a:p>
                  </a:txBody>
                  <a:tcPr marT="91425" marB="91425" marR="91425" marL="91425"/>
                </a:tc>
              </a:tr>
              <a:tr h="392675">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Carlos</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3</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6</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2</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2</a:t>
                      </a:r>
                      <a:endParaRPr>
                        <a:solidFill>
                          <a:schemeClr val="lt1"/>
                        </a:solidFill>
                        <a:latin typeface="DM Sans"/>
                        <a:ea typeface="DM Sans"/>
                        <a:cs typeface="DM Sans"/>
                        <a:sym typeface="DM Sans"/>
                      </a:endParaRPr>
                    </a:p>
                  </a:txBody>
                  <a:tcPr marT="91425" marB="91425" marR="91425" marL="91425"/>
                </a:tc>
              </a:tr>
              <a:tr h="392675">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Dana</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4</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5</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5</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3</a:t>
                      </a:r>
                      <a:endParaRPr>
                        <a:solidFill>
                          <a:schemeClr val="lt1"/>
                        </a:solidFill>
                        <a:latin typeface="DM Sans"/>
                        <a:ea typeface="DM Sans"/>
                        <a:cs typeface="DM Sans"/>
                        <a:sym typeface="DM Sans"/>
                      </a:endParaRPr>
                    </a:p>
                  </a:txBody>
                  <a:tcPr marT="91425" marB="91425" marR="91425" marL="91425"/>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831"/>
                                        </p:tgtEl>
                                        <p:attrNameLst>
                                          <p:attrName>style.visibility</p:attrName>
                                        </p:attrNameLst>
                                      </p:cBhvr>
                                      <p:to>
                                        <p:strVal val="visible"/>
                                      </p:to>
                                    </p:set>
                                    <p:animEffect filter="fade" transition="in">
                                      <p:cBhvr>
                                        <p:cTn dur="800"/>
                                        <p:tgtEl>
                                          <p:spTgt spid="8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p66"/>
          <p:cNvSpPr/>
          <p:nvPr/>
        </p:nvSpPr>
        <p:spPr>
          <a:xfrm>
            <a:off x="-7415158" y="4436915"/>
            <a:ext cx="16559154" cy="915356"/>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interquartile range standard deviation</a:t>
            </a:r>
          </a:p>
        </p:txBody>
      </p:sp>
      <p:sp>
        <p:nvSpPr>
          <p:cNvPr id="839" name="Google Shape;839;p66"/>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0" name="Google Shape;840;p66"/>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841" name="Google Shape;841;p66"/>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9</a:t>
            </a:r>
            <a:endParaRPr sz="4800">
              <a:latin typeface="Merriweather"/>
              <a:ea typeface="Merriweather"/>
              <a:cs typeface="Merriweather"/>
              <a:sym typeface="Merriweather"/>
            </a:endParaRPr>
          </a:p>
        </p:txBody>
      </p:sp>
      <p:pic>
        <p:nvPicPr>
          <p:cNvPr id="842" name="Google Shape;842;p66"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843" name="Google Shape;843;p66"/>
          <p:cNvSpPr txBox="1"/>
          <p:nvPr/>
        </p:nvSpPr>
        <p:spPr>
          <a:xfrm>
            <a:off x="293600" y="1741163"/>
            <a:ext cx="4414800" cy="25860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solidFill>
                  <a:srgbClr val="FFFFFF"/>
                </a:solidFill>
                <a:latin typeface="DM Sans"/>
                <a:ea typeface="DM Sans"/>
                <a:cs typeface="DM Sans"/>
                <a:sym typeface="DM Sans"/>
              </a:rPr>
              <a:t>What is the average number of hours Brian spent studying per subject?</a:t>
            </a:r>
            <a:endParaRPr b="1" sz="2400">
              <a:solidFill>
                <a:srgbClr val="FFFFFF"/>
              </a:solidFill>
              <a:latin typeface="DM Sans"/>
              <a:ea typeface="DM Sans"/>
              <a:cs typeface="DM Sans"/>
              <a:sym typeface="DM Sans"/>
            </a:endParaRPr>
          </a:p>
          <a:p>
            <a:pPr indent="0" lvl="0" marL="0" rtl="0" algn="l">
              <a:spcBef>
                <a:spcPts val="0"/>
              </a:spcBef>
              <a:spcAft>
                <a:spcPts val="0"/>
              </a:spcAft>
              <a:buNone/>
            </a:pPr>
            <a:r>
              <a:rPr lang="en" sz="2400">
                <a:highlight>
                  <a:srgbClr val="C6DED9"/>
                </a:highlight>
                <a:latin typeface="DM Sans"/>
                <a:ea typeface="DM Sans"/>
                <a:cs typeface="DM Sans"/>
                <a:sym typeface="DM Sans"/>
              </a:rPr>
              <a:t>A) 4</a:t>
            </a:r>
            <a:endParaRPr sz="2400">
              <a:highlight>
                <a:srgbClr val="C6DED9"/>
              </a:highlight>
              <a:latin typeface="DM Sans"/>
              <a:ea typeface="DM Sans"/>
              <a:cs typeface="DM Sans"/>
              <a:sym typeface="DM Sans"/>
            </a:endParaRPr>
          </a:p>
          <a:p>
            <a:pPr indent="0" lvl="0" marL="0" rtl="0" algn="l">
              <a:spcBef>
                <a:spcPts val="0"/>
              </a:spcBef>
              <a:spcAft>
                <a:spcPts val="0"/>
              </a:spcAft>
              <a:buNone/>
            </a:pPr>
            <a:r>
              <a:rPr lang="en" sz="2400">
                <a:solidFill>
                  <a:srgbClr val="FFFFFF"/>
                </a:solidFill>
                <a:latin typeface="DM Sans"/>
                <a:ea typeface="DM Sans"/>
                <a:cs typeface="DM Sans"/>
                <a:sym typeface="DM Sans"/>
              </a:rPr>
              <a:t>B) 4.25</a:t>
            </a:r>
            <a:endParaRPr sz="2400">
              <a:solidFill>
                <a:srgbClr val="FFFFFF"/>
              </a:solidFill>
              <a:latin typeface="DM Sans"/>
              <a:ea typeface="DM Sans"/>
              <a:cs typeface="DM Sans"/>
              <a:sym typeface="DM Sans"/>
            </a:endParaRPr>
          </a:p>
          <a:p>
            <a:pPr indent="0" lvl="0" marL="0" rtl="0" algn="l">
              <a:spcBef>
                <a:spcPts val="0"/>
              </a:spcBef>
              <a:spcAft>
                <a:spcPts val="0"/>
              </a:spcAft>
              <a:buNone/>
            </a:pPr>
            <a:r>
              <a:rPr lang="en" sz="2400">
                <a:solidFill>
                  <a:srgbClr val="FFFFFF"/>
                </a:solidFill>
                <a:latin typeface="DM Sans"/>
                <a:ea typeface="DM Sans"/>
                <a:cs typeface="DM Sans"/>
                <a:sym typeface="DM Sans"/>
              </a:rPr>
              <a:t>C) 4.5</a:t>
            </a:r>
            <a:endParaRPr sz="2400">
              <a:solidFill>
                <a:srgbClr val="FFFFFF"/>
              </a:solidFill>
              <a:latin typeface="DM Sans"/>
              <a:ea typeface="DM Sans"/>
              <a:cs typeface="DM Sans"/>
              <a:sym typeface="DM Sans"/>
            </a:endParaRPr>
          </a:p>
          <a:p>
            <a:pPr indent="0" lvl="0" marL="0" rtl="0" algn="l">
              <a:spcBef>
                <a:spcPts val="0"/>
              </a:spcBef>
              <a:spcAft>
                <a:spcPts val="0"/>
              </a:spcAft>
              <a:buNone/>
            </a:pPr>
            <a:r>
              <a:rPr lang="en" sz="2400">
                <a:solidFill>
                  <a:srgbClr val="FFFFFF"/>
                </a:solidFill>
                <a:latin typeface="DM Sans"/>
                <a:ea typeface="DM Sans"/>
                <a:cs typeface="DM Sans"/>
                <a:sym typeface="DM Sans"/>
              </a:rPr>
              <a:t>D) 5</a:t>
            </a:r>
            <a:endParaRPr i="1" sz="2400">
              <a:solidFill>
                <a:srgbClr val="FFFFFF"/>
              </a:solidFill>
              <a:latin typeface="DM Sans"/>
              <a:ea typeface="DM Sans"/>
              <a:cs typeface="DM Sans"/>
              <a:sym typeface="DM Sans"/>
            </a:endParaRPr>
          </a:p>
        </p:txBody>
      </p:sp>
      <p:sp>
        <p:nvSpPr>
          <p:cNvPr id="844" name="Google Shape;844;p66"/>
          <p:cNvSpPr txBox="1"/>
          <p:nvPr/>
        </p:nvSpPr>
        <p:spPr>
          <a:xfrm>
            <a:off x="5098875" y="1490400"/>
            <a:ext cx="3733500" cy="500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2000">
                <a:solidFill>
                  <a:schemeClr val="lt1"/>
                </a:solidFill>
                <a:latin typeface="DM Sans"/>
                <a:ea typeface="DM Sans"/>
                <a:cs typeface="DM Sans"/>
                <a:sym typeface="DM Sans"/>
              </a:rPr>
              <a:t>Students' Weekly Study Hours by Subject</a:t>
            </a:r>
            <a:endParaRPr b="1" sz="2000">
              <a:solidFill>
                <a:schemeClr val="lt1"/>
              </a:solidFill>
              <a:latin typeface="DM Sans"/>
              <a:ea typeface="DM Sans"/>
              <a:cs typeface="DM Sans"/>
              <a:sym typeface="DM Sans"/>
            </a:endParaRPr>
          </a:p>
        </p:txBody>
      </p:sp>
      <p:graphicFrame>
        <p:nvGraphicFramePr>
          <p:cNvPr id="845" name="Google Shape;845;p66"/>
          <p:cNvGraphicFramePr/>
          <p:nvPr/>
        </p:nvGraphicFramePr>
        <p:xfrm>
          <a:off x="5098875" y="2223966"/>
          <a:ext cx="3000000" cy="3000000"/>
        </p:xfrm>
        <a:graphic>
          <a:graphicData uri="http://schemas.openxmlformats.org/drawingml/2006/table">
            <a:tbl>
              <a:tblPr>
                <a:noFill/>
                <a:tableStyleId>{2DED40DF-FCA5-4BD4-A01F-0AE43B38FAAF}</a:tableStyleId>
              </a:tblPr>
              <a:tblGrid>
                <a:gridCol w="746725"/>
                <a:gridCol w="746725"/>
                <a:gridCol w="746725"/>
                <a:gridCol w="746725"/>
                <a:gridCol w="746725"/>
              </a:tblGrid>
              <a:tr h="392675">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Student</a:t>
                      </a:r>
                      <a:endParaRPr b="1" sz="1100">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Math</a:t>
                      </a:r>
                      <a:endParaRPr b="1" sz="1100">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ELA</a:t>
                      </a:r>
                      <a:endParaRPr b="1" sz="1100">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Science</a:t>
                      </a:r>
                      <a:endParaRPr b="1" sz="1100">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History</a:t>
                      </a:r>
                      <a:endParaRPr b="1" sz="1100">
                        <a:solidFill>
                          <a:schemeClr val="lt1"/>
                        </a:solidFill>
                        <a:latin typeface="DM Sans"/>
                        <a:ea typeface="DM Sans"/>
                        <a:cs typeface="DM Sans"/>
                        <a:sym typeface="DM Sans"/>
                      </a:endParaRPr>
                    </a:p>
                  </a:txBody>
                  <a:tcPr marT="91425" marB="91425" marR="91425" marL="91425"/>
                </a:tc>
              </a:tr>
              <a:tr h="392675">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Alex</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5</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4</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3</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2</a:t>
                      </a:r>
                      <a:endParaRPr>
                        <a:solidFill>
                          <a:schemeClr val="lt1"/>
                        </a:solidFill>
                        <a:latin typeface="DM Sans"/>
                        <a:ea typeface="DM Sans"/>
                        <a:cs typeface="DM Sans"/>
                        <a:sym typeface="DM Sans"/>
                      </a:endParaRPr>
                    </a:p>
                  </a:txBody>
                  <a:tcPr marT="91425" marB="91425" marR="91425" marL="91425"/>
                </a:tc>
              </a:tr>
              <a:tr h="392675">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Brian</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6</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5</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4</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1</a:t>
                      </a:r>
                      <a:endParaRPr>
                        <a:solidFill>
                          <a:schemeClr val="lt1"/>
                        </a:solidFill>
                        <a:latin typeface="DM Sans"/>
                        <a:ea typeface="DM Sans"/>
                        <a:cs typeface="DM Sans"/>
                        <a:sym typeface="DM Sans"/>
                      </a:endParaRPr>
                    </a:p>
                  </a:txBody>
                  <a:tcPr marT="91425" marB="91425" marR="91425" marL="91425"/>
                </a:tc>
              </a:tr>
              <a:tr h="392675">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Carlos</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3</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6</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2</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2</a:t>
                      </a:r>
                      <a:endParaRPr>
                        <a:solidFill>
                          <a:schemeClr val="lt1"/>
                        </a:solidFill>
                        <a:latin typeface="DM Sans"/>
                        <a:ea typeface="DM Sans"/>
                        <a:cs typeface="DM Sans"/>
                        <a:sym typeface="DM Sans"/>
                      </a:endParaRPr>
                    </a:p>
                  </a:txBody>
                  <a:tcPr marT="91425" marB="91425" marR="91425" marL="91425"/>
                </a:tc>
              </a:tr>
              <a:tr h="392675">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Dana</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4</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5</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5</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3</a:t>
                      </a:r>
                      <a:endParaRPr>
                        <a:solidFill>
                          <a:schemeClr val="lt1"/>
                        </a:solidFill>
                        <a:latin typeface="DM Sans"/>
                        <a:ea typeface="DM Sans"/>
                        <a:cs typeface="DM Sans"/>
                        <a:sym typeface="DM Sans"/>
                      </a:endParaRPr>
                    </a:p>
                  </a:txBody>
                  <a:tcPr marT="91425" marB="91425" marR="91425" marL="91425"/>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843"/>
                                        </p:tgtEl>
                                        <p:attrNameLst>
                                          <p:attrName>style.visibility</p:attrName>
                                        </p:attrNameLst>
                                      </p:cBhvr>
                                      <p:to>
                                        <p:strVal val="visible"/>
                                      </p:to>
                                    </p:set>
                                    <p:animEffect filter="fade" transition="in">
                                      <p:cBhvr>
                                        <p:cTn dur="800"/>
                                        <p:tgtEl>
                                          <p:spTgt spid="8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67"/>
          <p:cNvSpPr/>
          <p:nvPr/>
        </p:nvSpPr>
        <p:spPr>
          <a:xfrm>
            <a:off x="-7415158" y="4436915"/>
            <a:ext cx="16559154" cy="915356"/>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interquartile range standard deviation</a:t>
            </a:r>
          </a:p>
        </p:txBody>
      </p:sp>
      <p:sp>
        <p:nvSpPr>
          <p:cNvPr id="851" name="Google Shape;851;p67"/>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2" name="Google Shape;852;p67"/>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853" name="Google Shape;853;p67"/>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10</a:t>
            </a:r>
            <a:endParaRPr sz="4800">
              <a:latin typeface="Merriweather"/>
              <a:ea typeface="Merriweather"/>
              <a:cs typeface="Merriweather"/>
              <a:sym typeface="Merriweather"/>
            </a:endParaRPr>
          </a:p>
        </p:txBody>
      </p:sp>
      <p:pic>
        <p:nvPicPr>
          <p:cNvPr id="854" name="Google Shape;854;p67"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855" name="Google Shape;855;p67"/>
          <p:cNvSpPr txBox="1"/>
          <p:nvPr/>
        </p:nvSpPr>
        <p:spPr>
          <a:xfrm>
            <a:off x="293600" y="1490388"/>
            <a:ext cx="4414800" cy="29553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solidFill>
                  <a:srgbClr val="FFFFFF"/>
                </a:solidFill>
                <a:latin typeface="DM Sans"/>
                <a:ea typeface="DM Sans"/>
                <a:cs typeface="DM Sans"/>
                <a:sym typeface="DM Sans"/>
              </a:rPr>
              <a:t>If each hour of Math study improves a student's score by </a:t>
            </a:r>
            <a:r>
              <a:rPr b="1" i="1" lang="en" sz="2400">
                <a:solidFill>
                  <a:srgbClr val="FFFFFF"/>
                </a:solidFill>
                <a:latin typeface="DM Sans"/>
                <a:ea typeface="DM Sans"/>
                <a:cs typeface="DM Sans"/>
                <a:sym typeface="DM Sans"/>
              </a:rPr>
              <a:t>2 points</a:t>
            </a:r>
            <a:r>
              <a:rPr b="1" lang="en" sz="2400">
                <a:solidFill>
                  <a:srgbClr val="FFFFFF"/>
                </a:solidFill>
                <a:latin typeface="DM Sans"/>
                <a:ea typeface="DM Sans"/>
                <a:cs typeface="DM Sans"/>
                <a:sym typeface="DM Sans"/>
              </a:rPr>
              <a:t>, and each hour of Science by </a:t>
            </a:r>
            <a:r>
              <a:rPr b="1" i="1" lang="en" sz="2400">
                <a:solidFill>
                  <a:srgbClr val="FFFFFF"/>
                </a:solidFill>
                <a:latin typeface="DM Sans"/>
                <a:ea typeface="DM Sans"/>
                <a:cs typeface="DM Sans"/>
                <a:sym typeface="DM Sans"/>
              </a:rPr>
              <a:t>1.5 points</a:t>
            </a:r>
            <a:r>
              <a:rPr b="1" lang="en" sz="2400">
                <a:solidFill>
                  <a:srgbClr val="FFFFFF"/>
                </a:solidFill>
                <a:latin typeface="DM Sans"/>
                <a:ea typeface="DM Sans"/>
                <a:cs typeface="DM Sans"/>
                <a:sym typeface="DM Sans"/>
              </a:rPr>
              <a:t>, which student would earn the highest combined point increase from Math + Science?</a:t>
            </a:r>
            <a:endParaRPr i="1" sz="2400">
              <a:solidFill>
                <a:srgbClr val="FFFFFF"/>
              </a:solidFill>
              <a:latin typeface="DM Sans"/>
              <a:ea typeface="DM Sans"/>
              <a:cs typeface="DM Sans"/>
              <a:sym typeface="DM Sans"/>
            </a:endParaRPr>
          </a:p>
        </p:txBody>
      </p:sp>
      <p:sp>
        <p:nvSpPr>
          <p:cNvPr id="856" name="Google Shape;856;p67"/>
          <p:cNvSpPr txBox="1"/>
          <p:nvPr/>
        </p:nvSpPr>
        <p:spPr>
          <a:xfrm>
            <a:off x="5098875" y="1490400"/>
            <a:ext cx="3733500" cy="500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2000">
                <a:solidFill>
                  <a:schemeClr val="lt1"/>
                </a:solidFill>
                <a:latin typeface="DM Sans"/>
                <a:ea typeface="DM Sans"/>
                <a:cs typeface="DM Sans"/>
                <a:sym typeface="DM Sans"/>
              </a:rPr>
              <a:t>Students' Weekly Study Hours by Subject</a:t>
            </a:r>
            <a:endParaRPr b="1" sz="2000">
              <a:solidFill>
                <a:schemeClr val="lt1"/>
              </a:solidFill>
              <a:latin typeface="DM Sans"/>
              <a:ea typeface="DM Sans"/>
              <a:cs typeface="DM Sans"/>
              <a:sym typeface="DM Sans"/>
            </a:endParaRPr>
          </a:p>
        </p:txBody>
      </p:sp>
      <p:graphicFrame>
        <p:nvGraphicFramePr>
          <p:cNvPr id="857" name="Google Shape;857;p67"/>
          <p:cNvGraphicFramePr/>
          <p:nvPr/>
        </p:nvGraphicFramePr>
        <p:xfrm>
          <a:off x="5098875" y="2223966"/>
          <a:ext cx="3000000" cy="3000000"/>
        </p:xfrm>
        <a:graphic>
          <a:graphicData uri="http://schemas.openxmlformats.org/drawingml/2006/table">
            <a:tbl>
              <a:tblPr>
                <a:noFill/>
                <a:tableStyleId>{2DED40DF-FCA5-4BD4-A01F-0AE43B38FAAF}</a:tableStyleId>
              </a:tblPr>
              <a:tblGrid>
                <a:gridCol w="746725"/>
                <a:gridCol w="746725"/>
                <a:gridCol w="746725"/>
                <a:gridCol w="746725"/>
                <a:gridCol w="746725"/>
              </a:tblGrid>
              <a:tr h="392675">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Student</a:t>
                      </a:r>
                      <a:endParaRPr b="1" sz="1100">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Math</a:t>
                      </a:r>
                      <a:endParaRPr b="1" sz="1100">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ELA</a:t>
                      </a:r>
                      <a:endParaRPr b="1" sz="1100">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Science</a:t>
                      </a:r>
                      <a:endParaRPr b="1" sz="1100">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History</a:t>
                      </a:r>
                      <a:endParaRPr b="1" sz="1100">
                        <a:solidFill>
                          <a:schemeClr val="lt1"/>
                        </a:solidFill>
                        <a:latin typeface="DM Sans"/>
                        <a:ea typeface="DM Sans"/>
                        <a:cs typeface="DM Sans"/>
                        <a:sym typeface="DM Sans"/>
                      </a:endParaRPr>
                    </a:p>
                  </a:txBody>
                  <a:tcPr marT="91425" marB="91425" marR="91425" marL="91425"/>
                </a:tc>
              </a:tr>
              <a:tr h="392675">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Alex</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5</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4</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3</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2</a:t>
                      </a:r>
                      <a:endParaRPr>
                        <a:solidFill>
                          <a:schemeClr val="lt1"/>
                        </a:solidFill>
                        <a:latin typeface="DM Sans"/>
                        <a:ea typeface="DM Sans"/>
                        <a:cs typeface="DM Sans"/>
                        <a:sym typeface="DM Sans"/>
                      </a:endParaRPr>
                    </a:p>
                  </a:txBody>
                  <a:tcPr marT="91425" marB="91425" marR="91425" marL="91425"/>
                </a:tc>
              </a:tr>
              <a:tr h="392675">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Brian</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6</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5</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4</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1</a:t>
                      </a:r>
                      <a:endParaRPr>
                        <a:solidFill>
                          <a:schemeClr val="lt1"/>
                        </a:solidFill>
                        <a:latin typeface="DM Sans"/>
                        <a:ea typeface="DM Sans"/>
                        <a:cs typeface="DM Sans"/>
                        <a:sym typeface="DM Sans"/>
                      </a:endParaRPr>
                    </a:p>
                  </a:txBody>
                  <a:tcPr marT="91425" marB="91425" marR="91425" marL="91425"/>
                </a:tc>
              </a:tr>
              <a:tr h="392675">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Carlos</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3</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6</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2</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2</a:t>
                      </a:r>
                      <a:endParaRPr>
                        <a:solidFill>
                          <a:schemeClr val="lt1"/>
                        </a:solidFill>
                        <a:latin typeface="DM Sans"/>
                        <a:ea typeface="DM Sans"/>
                        <a:cs typeface="DM Sans"/>
                        <a:sym typeface="DM Sans"/>
                      </a:endParaRPr>
                    </a:p>
                  </a:txBody>
                  <a:tcPr marT="91425" marB="91425" marR="91425" marL="91425"/>
                </a:tc>
              </a:tr>
              <a:tr h="392675">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Dana</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4</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5</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5</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3</a:t>
                      </a:r>
                      <a:endParaRPr>
                        <a:solidFill>
                          <a:schemeClr val="lt1"/>
                        </a:solidFill>
                        <a:latin typeface="DM Sans"/>
                        <a:ea typeface="DM Sans"/>
                        <a:cs typeface="DM Sans"/>
                        <a:sym typeface="DM Sans"/>
                      </a:endParaRPr>
                    </a:p>
                  </a:txBody>
                  <a:tcPr marT="91425" marB="91425" marR="91425" marL="91425"/>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855"/>
                                        </p:tgtEl>
                                        <p:attrNameLst>
                                          <p:attrName>style.visibility</p:attrName>
                                        </p:attrNameLst>
                                      </p:cBhvr>
                                      <p:to>
                                        <p:strVal val="visible"/>
                                      </p:to>
                                    </p:set>
                                    <p:animEffect filter="fade" transition="in">
                                      <p:cBhvr>
                                        <p:cTn dur="800"/>
                                        <p:tgtEl>
                                          <p:spTgt spid="8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68"/>
          <p:cNvSpPr/>
          <p:nvPr/>
        </p:nvSpPr>
        <p:spPr>
          <a:xfrm>
            <a:off x="-7415158" y="4436915"/>
            <a:ext cx="16559154" cy="915356"/>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interquartile range standard deviation</a:t>
            </a:r>
          </a:p>
        </p:txBody>
      </p:sp>
      <p:sp>
        <p:nvSpPr>
          <p:cNvPr id="863" name="Google Shape;863;p68"/>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4" name="Google Shape;864;p68"/>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865" name="Google Shape;865;p68"/>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10</a:t>
            </a:r>
            <a:endParaRPr sz="4800">
              <a:latin typeface="Merriweather"/>
              <a:ea typeface="Merriweather"/>
              <a:cs typeface="Merriweather"/>
              <a:sym typeface="Merriweather"/>
            </a:endParaRPr>
          </a:p>
        </p:txBody>
      </p:sp>
      <p:pic>
        <p:nvPicPr>
          <p:cNvPr id="866" name="Google Shape;866;p68"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867" name="Google Shape;867;p68"/>
          <p:cNvSpPr txBox="1"/>
          <p:nvPr/>
        </p:nvSpPr>
        <p:spPr>
          <a:xfrm>
            <a:off x="293600" y="1490388"/>
            <a:ext cx="4414800" cy="7389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 sz="2400">
                <a:solidFill>
                  <a:schemeClr val="lt1"/>
                </a:solidFill>
                <a:latin typeface="DM Sans"/>
                <a:ea typeface="DM Sans"/>
                <a:cs typeface="DM Sans"/>
                <a:sym typeface="DM Sans"/>
              </a:rPr>
              <a:t>Acceptable answers include </a:t>
            </a:r>
            <a:r>
              <a:rPr b="1" lang="en" sz="2400">
                <a:solidFill>
                  <a:schemeClr val="lt1"/>
                </a:solidFill>
                <a:latin typeface="DM Sans"/>
                <a:ea typeface="DM Sans"/>
                <a:cs typeface="DM Sans"/>
                <a:sym typeface="DM Sans"/>
              </a:rPr>
              <a:t>Brian</a:t>
            </a:r>
            <a:r>
              <a:rPr lang="en" sz="2400">
                <a:solidFill>
                  <a:schemeClr val="lt1"/>
                </a:solidFill>
                <a:latin typeface="DM Sans"/>
                <a:ea typeface="DM Sans"/>
                <a:cs typeface="DM Sans"/>
                <a:sym typeface="DM Sans"/>
              </a:rPr>
              <a:t>.</a:t>
            </a:r>
            <a:endParaRPr sz="2400">
              <a:solidFill>
                <a:schemeClr val="lt1"/>
              </a:solidFill>
              <a:latin typeface="DM Sans"/>
              <a:ea typeface="DM Sans"/>
              <a:cs typeface="DM Sans"/>
              <a:sym typeface="DM Sans"/>
            </a:endParaRPr>
          </a:p>
        </p:txBody>
      </p:sp>
      <p:sp>
        <p:nvSpPr>
          <p:cNvPr id="868" name="Google Shape;868;p68"/>
          <p:cNvSpPr txBox="1"/>
          <p:nvPr/>
        </p:nvSpPr>
        <p:spPr>
          <a:xfrm>
            <a:off x="5098875" y="1490400"/>
            <a:ext cx="3733500" cy="500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2000">
                <a:solidFill>
                  <a:schemeClr val="lt1"/>
                </a:solidFill>
                <a:latin typeface="DM Sans"/>
                <a:ea typeface="DM Sans"/>
                <a:cs typeface="DM Sans"/>
                <a:sym typeface="DM Sans"/>
              </a:rPr>
              <a:t>Students' Weekly Study Hours by Subject</a:t>
            </a:r>
            <a:endParaRPr b="1" sz="2000">
              <a:solidFill>
                <a:schemeClr val="lt1"/>
              </a:solidFill>
              <a:latin typeface="DM Sans"/>
              <a:ea typeface="DM Sans"/>
              <a:cs typeface="DM Sans"/>
              <a:sym typeface="DM Sans"/>
            </a:endParaRPr>
          </a:p>
        </p:txBody>
      </p:sp>
      <p:graphicFrame>
        <p:nvGraphicFramePr>
          <p:cNvPr id="869" name="Google Shape;869;p68"/>
          <p:cNvGraphicFramePr/>
          <p:nvPr/>
        </p:nvGraphicFramePr>
        <p:xfrm>
          <a:off x="5098875" y="2223966"/>
          <a:ext cx="3000000" cy="3000000"/>
        </p:xfrm>
        <a:graphic>
          <a:graphicData uri="http://schemas.openxmlformats.org/drawingml/2006/table">
            <a:tbl>
              <a:tblPr>
                <a:noFill/>
                <a:tableStyleId>{2DED40DF-FCA5-4BD4-A01F-0AE43B38FAAF}</a:tableStyleId>
              </a:tblPr>
              <a:tblGrid>
                <a:gridCol w="746725"/>
                <a:gridCol w="746725"/>
                <a:gridCol w="746725"/>
                <a:gridCol w="746725"/>
                <a:gridCol w="746725"/>
              </a:tblGrid>
              <a:tr h="392675">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Student</a:t>
                      </a:r>
                      <a:endParaRPr b="1" sz="1100">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Math</a:t>
                      </a:r>
                      <a:endParaRPr b="1" sz="1100">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ELA</a:t>
                      </a:r>
                      <a:endParaRPr b="1" sz="1100">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Science</a:t>
                      </a:r>
                      <a:endParaRPr b="1" sz="1100">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History</a:t>
                      </a:r>
                      <a:endParaRPr b="1" sz="1100">
                        <a:solidFill>
                          <a:schemeClr val="lt1"/>
                        </a:solidFill>
                        <a:latin typeface="DM Sans"/>
                        <a:ea typeface="DM Sans"/>
                        <a:cs typeface="DM Sans"/>
                        <a:sym typeface="DM Sans"/>
                      </a:endParaRPr>
                    </a:p>
                  </a:txBody>
                  <a:tcPr marT="91425" marB="91425" marR="91425" marL="91425"/>
                </a:tc>
              </a:tr>
              <a:tr h="392675">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Alex</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5</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4</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3</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2</a:t>
                      </a:r>
                      <a:endParaRPr>
                        <a:solidFill>
                          <a:schemeClr val="lt1"/>
                        </a:solidFill>
                        <a:latin typeface="DM Sans"/>
                        <a:ea typeface="DM Sans"/>
                        <a:cs typeface="DM Sans"/>
                        <a:sym typeface="DM Sans"/>
                      </a:endParaRPr>
                    </a:p>
                  </a:txBody>
                  <a:tcPr marT="91425" marB="91425" marR="91425" marL="91425"/>
                </a:tc>
              </a:tr>
              <a:tr h="392675">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Brian</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6</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5</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4</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1</a:t>
                      </a:r>
                      <a:endParaRPr>
                        <a:solidFill>
                          <a:schemeClr val="lt1"/>
                        </a:solidFill>
                        <a:latin typeface="DM Sans"/>
                        <a:ea typeface="DM Sans"/>
                        <a:cs typeface="DM Sans"/>
                        <a:sym typeface="DM Sans"/>
                      </a:endParaRPr>
                    </a:p>
                  </a:txBody>
                  <a:tcPr marT="91425" marB="91425" marR="91425" marL="91425"/>
                </a:tc>
              </a:tr>
              <a:tr h="392675">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Carlos</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3</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6</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2</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2</a:t>
                      </a:r>
                      <a:endParaRPr>
                        <a:solidFill>
                          <a:schemeClr val="lt1"/>
                        </a:solidFill>
                        <a:latin typeface="DM Sans"/>
                        <a:ea typeface="DM Sans"/>
                        <a:cs typeface="DM Sans"/>
                        <a:sym typeface="DM Sans"/>
                      </a:endParaRPr>
                    </a:p>
                  </a:txBody>
                  <a:tcPr marT="91425" marB="91425" marR="91425" marL="91425"/>
                </a:tc>
              </a:tr>
              <a:tr h="392675">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Dana</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4</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5</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5</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3</a:t>
                      </a:r>
                      <a:endParaRPr>
                        <a:solidFill>
                          <a:schemeClr val="lt1"/>
                        </a:solidFill>
                        <a:latin typeface="DM Sans"/>
                        <a:ea typeface="DM Sans"/>
                        <a:cs typeface="DM Sans"/>
                        <a:sym typeface="DM Sans"/>
                      </a:endParaRPr>
                    </a:p>
                  </a:txBody>
                  <a:tcPr marT="91425" marB="91425" marR="91425" marL="91425"/>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867"/>
                                        </p:tgtEl>
                                        <p:attrNameLst>
                                          <p:attrName>style.visibility</p:attrName>
                                        </p:attrNameLst>
                                      </p:cBhvr>
                                      <p:to>
                                        <p:strVal val="visible"/>
                                      </p:to>
                                    </p:set>
                                    <p:animEffect filter="fade" transition="in">
                                      <p:cBhvr>
                                        <p:cTn dur="800"/>
                                        <p:tgtEl>
                                          <p:spTgt spid="8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69"/>
          <p:cNvSpPr/>
          <p:nvPr/>
        </p:nvSpPr>
        <p:spPr>
          <a:xfrm>
            <a:off x="-7415158" y="4436915"/>
            <a:ext cx="16559154" cy="915356"/>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interquartile range standard deviation</a:t>
            </a:r>
          </a:p>
        </p:txBody>
      </p:sp>
      <p:sp>
        <p:nvSpPr>
          <p:cNvPr id="875" name="Google Shape;875;p69"/>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6" name="Google Shape;876;p69"/>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877" name="Google Shape;877;p69"/>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11</a:t>
            </a:r>
            <a:endParaRPr sz="4800">
              <a:latin typeface="Merriweather"/>
              <a:ea typeface="Merriweather"/>
              <a:cs typeface="Merriweather"/>
              <a:sym typeface="Merriweather"/>
            </a:endParaRPr>
          </a:p>
        </p:txBody>
      </p:sp>
      <p:pic>
        <p:nvPicPr>
          <p:cNvPr id="878" name="Google Shape;878;p69"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879" name="Google Shape;879;p69"/>
          <p:cNvSpPr txBox="1"/>
          <p:nvPr/>
        </p:nvSpPr>
        <p:spPr>
          <a:xfrm>
            <a:off x="293600" y="1490388"/>
            <a:ext cx="4414800" cy="18471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solidFill>
                  <a:srgbClr val="FFFFFF"/>
                </a:solidFill>
                <a:latin typeface="DM Sans"/>
                <a:ea typeface="DM Sans"/>
                <a:cs typeface="DM Sans"/>
                <a:sym typeface="DM Sans"/>
              </a:rPr>
              <a:t>If ELA hours are </a:t>
            </a:r>
            <a:r>
              <a:rPr b="1" i="1" lang="en" sz="2400">
                <a:solidFill>
                  <a:srgbClr val="FFFFFF"/>
                </a:solidFill>
                <a:latin typeface="DM Sans"/>
                <a:ea typeface="DM Sans"/>
                <a:cs typeface="DM Sans"/>
                <a:sym typeface="DM Sans"/>
              </a:rPr>
              <a:t>doubled</a:t>
            </a:r>
            <a:r>
              <a:rPr b="1" lang="en" sz="2400">
                <a:solidFill>
                  <a:srgbClr val="FFFFFF"/>
                </a:solidFill>
                <a:latin typeface="DM Sans"/>
                <a:ea typeface="DM Sans"/>
                <a:cs typeface="DM Sans"/>
                <a:sym typeface="DM Sans"/>
              </a:rPr>
              <a:t> for Carlos and Math hours are </a:t>
            </a:r>
            <a:r>
              <a:rPr b="1" i="1" lang="en" sz="2400">
                <a:solidFill>
                  <a:srgbClr val="FFFFFF"/>
                </a:solidFill>
                <a:latin typeface="DM Sans"/>
                <a:ea typeface="DM Sans"/>
                <a:cs typeface="DM Sans"/>
                <a:sym typeface="DM Sans"/>
              </a:rPr>
              <a:t>reduced by 1</a:t>
            </a:r>
            <a:r>
              <a:rPr b="1" lang="en" sz="2400">
                <a:solidFill>
                  <a:srgbClr val="FFFFFF"/>
                </a:solidFill>
                <a:latin typeface="DM Sans"/>
                <a:ea typeface="DM Sans"/>
                <a:cs typeface="DM Sans"/>
                <a:sym typeface="DM Sans"/>
              </a:rPr>
              <a:t> for Dana, who then has the highest total weekly study hours?</a:t>
            </a:r>
            <a:endParaRPr b="1" sz="2400">
              <a:solidFill>
                <a:srgbClr val="FFFFFF"/>
              </a:solidFill>
              <a:latin typeface="DM Sans"/>
              <a:ea typeface="DM Sans"/>
              <a:cs typeface="DM Sans"/>
              <a:sym typeface="DM Sans"/>
            </a:endParaRPr>
          </a:p>
        </p:txBody>
      </p:sp>
      <p:sp>
        <p:nvSpPr>
          <p:cNvPr id="880" name="Google Shape;880;p69"/>
          <p:cNvSpPr txBox="1"/>
          <p:nvPr/>
        </p:nvSpPr>
        <p:spPr>
          <a:xfrm>
            <a:off x="5098875" y="1490400"/>
            <a:ext cx="3733500" cy="500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2000">
                <a:solidFill>
                  <a:schemeClr val="lt1"/>
                </a:solidFill>
                <a:latin typeface="DM Sans"/>
                <a:ea typeface="DM Sans"/>
                <a:cs typeface="DM Sans"/>
                <a:sym typeface="DM Sans"/>
              </a:rPr>
              <a:t>Students' Weekly Study Hours by Subject</a:t>
            </a:r>
            <a:endParaRPr b="1" sz="2000">
              <a:solidFill>
                <a:schemeClr val="lt1"/>
              </a:solidFill>
              <a:latin typeface="DM Sans"/>
              <a:ea typeface="DM Sans"/>
              <a:cs typeface="DM Sans"/>
              <a:sym typeface="DM Sans"/>
            </a:endParaRPr>
          </a:p>
        </p:txBody>
      </p:sp>
      <p:graphicFrame>
        <p:nvGraphicFramePr>
          <p:cNvPr id="881" name="Google Shape;881;p69"/>
          <p:cNvGraphicFramePr/>
          <p:nvPr/>
        </p:nvGraphicFramePr>
        <p:xfrm>
          <a:off x="5098875" y="2223966"/>
          <a:ext cx="3000000" cy="3000000"/>
        </p:xfrm>
        <a:graphic>
          <a:graphicData uri="http://schemas.openxmlformats.org/drawingml/2006/table">
            <a:tbl>
              <a:tblPr>
                <a:noFill/>
                <a:tableStyleId>{2DED40DF-FCA5-4BD4-A01F-0AE43B38FAAF}</a:tableStyleId>
              </a:tblPr>
              <a:tblGrid>
                <a:gridCol w="746725"/>
                <a:gridCol w="746725"/>
                <a:gridCol w="746725"/>
                <a:gridCol w="746725"/>
                <a:gridCol w="746725"/>
              </a:tblGrid>
              <a:tr h="392675">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Student</a:t>
                      </a:r>
                      <a:endParaRPr b="1" sz="1100">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Math</a:t>
                      </a:r>
                      <a:endParaRPr b="1" sz="1100">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ELA</a:t>
                      </a:r>
                      <a:endParaRPr b="1" sz="1100">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Science</a:t>
                      </a:r>
                      <a:endParaRPr b="1" sz="1100">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b="1" lang="en" sz="1100">
                          <a:solidFill>
                            <a:schemeClr val="lt1"/>
                          </a:solidFill>
                          <a:latin typeface="DM Sans"/>
                          <a:ea typeface="DM Sans"/>
                          <a:cs typeface="DM Sans"/>
                          <a:sym typeface="DM Sans"/>
                        </a:rPr>
                        <a:t>History</a:t>
                      </a:r>
                      <a:endParaRPr b="1" sz="1100">
                        <a:solidFill>
                          <a:schemeClr val="lt1"/>
                        </a:solidFill>
                        <a:latin typeface="DM Sans"/>
                        <a:ea typeface="DM Sans"/>
                        <a:cs typeface="DM Sans"/>
                        <a:sym typeface="DM Sans"/>
                      </a:endParaRPr>
                    </a:p>
                  </a:txBody>
                  <a:tcPr marT="91425" marB="91425" marR="91425" marL="91425"/>
                </a:tc>
              </a:tr>
              <a:tr h="392675">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Alex</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5</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4</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3</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2</a:t>
                      </a:r>
                      <a:endParaRPr>
                        <a:solidFill>
                          <a:schemeClr val="lt1"/>
                        </a:solidFill>
                        <a:latin typeface="DM Sans"/>
                        <a:ea typeface="DM Sans"/>
                        <a:cs typeface="DM Sans"/>
                        <a:sym typeface="DM Sans"/>
                      </a:endParaRPr>
                    </a:p>
                  </a:txBody>
                  <a:tcPr marT="91425" marB="91425" marR="91425" marL="91425"/>
                </a:tc>
              </a:tr>
              <a:tr h="392675">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Brian</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6</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5</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4</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1</a:t>
                      </a:r>
                      <a:endParaRPr>
                        <a:solidFill>
                          <a:schemeClr val="lt1"/>
                        </a:solidFill>
                        <a:latin typeface="DM Sans"/>
                        <a:ea typeface="DM Sans"/>
                        <a:cs typeface="DM Sans"/>
                        <a:sym typeface="DM Sans"/>
                      </a:endParaRPr>
                    </a:p>
                  </a:txBody>
                  <a:tcPr marT="91425" marB="91425" marR="91425" marL="91425"/>
                </a:tc>
              </a:tr>
              <a:tr h="392675">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Carlos</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3</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6</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2</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2</a:t>
                      </a:r>
                      <a:endParaRPr>
                        <a:solidFill>
                          <a:schemeClr val="lt1"/>
                        </a:solidFill>
                        <a:latin typeface="DM Sans"/>
                        <a:ea typeface="DM Sans"/>
                        <a:cs typeface="DM Sans"/>
                        <a:sym typeface="DM Sans"/>
                      </a:endParaRPr>
                    </a:p>
                  </a:txBody>
                  <a:tcPr marT="91425" marB="91425" marR="91425" marL="91425"/>
                </a:tc>
              </a:tr>
              <a:tr h="392675">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Dana</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4</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5</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5</a:t>
                      </a:r>
                      <a:endParaRPr>
                        <a:solidFill>
                          <a:schemeClr val="lt1"/>
                        </a:solidFill>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solidFill>
                            <a:schemeClr val="lt1"/>
                          </a:solidFill>
                          <a:latin typeface="DM Sans"/>
                          <a:ea typeface="DM Sans"/>
                          <a:cs typeface="DM Sans"/>
                          <a:sym typeface="DM Sans"/>
                        </a:rPr>
                        <a:t>3</a:t>
                      </a:r>
                      <a:endParaRPr>
                        <a:solidFill>
                          <a:schemeClr val="lt1"/>
                        </a:solidFill>
                        <a:latin typeface="DM Sans"/>
                        <a:ea typeface="DM Sans"/>
                        <a:cs typeface="DM Sans"/>
                        <a:sym typeface="DM Sans"/>
                      </a:endParaRPr>
                    </a:p>
                  </a:txBody>
                  <a:tcPr marT="91425" marB="91425" marR="91425" marL="91425"/>
                </a:tc>
              </a:tr>
            </a:tbl>
          </a:graphicData>
        </a:graphic>
      </p:graphicFrame>
      <p:sp>
        <p:nvSpPr>
          <p:cNvPr id="882" name="Google Shape;882;p69"/>
          <p:cNvSpPr txBox="1"/>
          <p:nvPr/>
        </p:nvSpPr>
        <p:spPr>
          <a:xfrm>
            <a:off x="293600" y="3523863"/>
            <a:ext cx="4414800" cy="7389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400">
                <a:solidFill>
                  <a:schemeClr val="lt1"/>
                </a:solidFill>
                <a:latin typeface="DM Sans"/>
                <a:ea typeface="DM Sans"/>
                <a:cs typeface="DM Sans"/>
                <a:sym typeface="DM Sans"/>
              </a:rPr>
              <a:t>Acceptable answers include </a:t>
            </a:r>
            <a:r>
              <a:rPr b="1" lang="en" sz="2400">
                <a:solidFill>
                  <a:schemeClr val="lt1"/>
                </a:solidFill>
                <a:latin typeface="DM Sans"/>
                <a:ea typeface="DM Sans"/>
                <a:cs typeface="DM Sans"/>
                <a:sym typeface="DM Sans"/>
              </a:rPr>
              <a:t>Carlos</a:t>
            </a:r>
            <a:r>
              <a:rPr lang="en" sz="2400">
                <a:solidFill>
                  <a:schemeClr val="lt1"/>
                </a:solidFill>
                <a:latin typeface="DM Sans"/>
                <a:ea typeface="DM Sans"/>
                <a:cs typeface="DM Sans"/>
                <a:sym typeface="DM Sans"/>
              </a:rPr>
              <a:t>.</a:t>
            </a:r>
            <a:endParaRPr sz="2400">
              <a:solidFill>
                <a:schemeClr val="lt1"/>
              </a:solidFill>
              <a:latin typeface="DM Sans"/>
              <a:ea typeface="DM Sans"/>
              <a:cs typeface="DM Sans"/>
              <a:sym typeface="DM Sans"/>
            </a:endParaRPr>
          </a:p>
        </p:txBody>
      </p:sp>
    </p:spTree>
  </p:cSld>
  <p:clrMapOvr>
    <a:masterClrMapping/>
  </p:clrMapOvr>
  <p:transition spd="slow">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879"/>
                                        </p:tgtEl>
                                        <p:attrNameLst>
                                          <p:attrName>style.visibility</p:attrName>
                                        </p:attrNameLst>
                                      </p:cBhvr>
                                      <p:to>
                                        <p:strVal val="visible"/>
                                      </p:to>
                                    </p:set>
                                    <p:animEffect filter="fade" transition="in">
                                      <p:cBhvr>
                                        <p:cTn dur="800"/>
                                        <p:tgtEl>
                                          <p:spTgt spid="8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70"/>
          <p:cNvSpPr/>
          <p:nvPr/>
        </p:nvSpPr>
        <p:spPr>
          <a:xfrm>
            <a:off x="-7415158" y="4436915"/>
            <a:ext cx="16559154" cy="915356"/>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interquartile range standard deviation</a:t>
            </a:r>
          </a:p>
        </p:txBody>
      </p:sp>
      <p:sp>
        <p:nvSpPr>
          <p:cNvPr id="888" name="Google Shape;888;p70"/>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9" name="Google Shape;889;p70"/>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890" name="Google Shape;890;p70"/>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2400">
                <a:latin typeface="Merriweather"/>
                <a:ea typeface="Merriweather"/>
                <a:cs typeface="Merriweather"/>
                <a:sym typeface="Merriweather"/>
              </a:rPr>
              <a:t>Questions 12–1</a:t>
            </a:r>
            <a:r>
              <a:rPr b="1" lang="en" sz="2400">
                <a:latin typeface="Merriweather"/>
                <a:ea typeface="Merriweather"/>
                <a:cs typeface="Merriweather"/>
                <a:sym typeface="Merriweather"/>
              </a:rPr>
              <a:t>9</a:t>
            </a:r>
            <a:r>
              <a:rPr b="1" lang="en" sz="2400">
                <a:latin typeface="Merriweather"/>
                <a:ea typeface="Merriweather"/>
                <a:cs typeface="Merriweather"/>
                <a:sym typeface="Merriweather"/>
              </a:rPr>
              <a:t> are based on the following information.</a:t>
            </a:r>
            <a:endParaRPr b="1" sz="2400">
              <a:latin typeface="Merriweather"/>
              <a:ea typeface="Merriweather"/>
              <a:cs typeface="Merriweather"/>
              <a:sym typeface="Merriweather"/>
            </a:endParaRPr>
          </a:p>
        </p:txBody>
      </p:sp>
      <p:pic>
        <p:nvPicPr>
          <p:cNvPr id="891" name="Google Shape;891;p70"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892" name="Google Shape;892;p70"/>
          <p:cNvSpPr txBox="1"/>
          <p:nvPr/>
        </p:nvSpPr>
        <p:spPr>
          <a:xfrm>
            <a:off x="228600" y="1490400"/>
            <a:ext cx="8686800" cy="14778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400">
                <a:solidFill>
                  <a:srgbClr val="FFFFFF"/>
                </a:solidFill>
                <a:latin typeface="DM Sans"/>
                <a:ea typeface="DM Sans"/>
                <a:cs typeface="DM Sans"/>
                <a:sym typeface="DM Sans"/>
              </a:rPr>
              <a:t>Your boss, Jericho, records how many of his 10 employees show up to work at his restaurant, Jericho's Burgers, each day (at any time) for 20 days, in order to determine the number of employees available on a typical day.</a:t>
            </a:r>
            <a:endParaRPr i="1" sz="2400">
              <a:solidFill>
                <a:srgbClr val="FFFFFF"/>
              </a:solidFill>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892"/>
                                        </p:tgtEl>
                                        <p:attrNameLst>
                                          <p:attrName>style.visibility</p:attrName>
                                        </p:attrNameLst>
                                      </p:cBhvr>
                                      <p:to>
                                        <p:strVal val="visible"/>
                                      </p:to>
                                    </p:set>
                                    <p:animEffect filter="fade" transition="in">
                                      <p:cBhvr>
                                        <p:cTn dur="800"/>
                                        <p:tgtEl>
                                          <p:spTgt spid="8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71"/>
          <p:cNvSpPr/>
          <p:nvPr/>
        </p:nvSpPr>
        <p:spPr>
          <a:xfrm>
            <a:off x="-7415158" y="4436915"/>
            <a:ext cx="16559154" cy="915356"/>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interquartile range standard deviation</a:t>
            </a:r>
          </a:p>
        </p:txBody>
      </p:sp>
      <p:sp>
        <p:nvSpPr>
          <p:cNvPr id="898" name="Google Shape;898;p71"/>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9" name="Google Shape;899;p71"/>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900" name="Google Shape;900;p71"/>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12</a:t>
            </a:r>
            <a:endParaRPr sz="4800">
              <a:latin typeface="Merriweather"/>
              <a:ea typeface="Merriweather"/>
              <a:cs typeface="Merriweather"/>
              <a:sym typeface="Merriweather"/>
            </a:endParaRPr>
          </a:p>
        </p:txBody>
      </p:sp>
      <p:pic>
        <p:nvPicPr>
          <p:cNvPr id="901" name="Google Shape;901;p71"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902" name="Google Shape;902;p71"/>
          <p:cNvSpPr txBox="1"/>
          <p:nvPr/>
        </p:nvSpPr>
        <p:spPr>
          <a:xfrm>
            <a:off x="228600" y="1490400"/>
            <a:ext cx="8686800" cy="11082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solidFill>
                  <a:srgbClr val="FFFFFF"/>
                </a:solidFill>
                <a:latin typeface="DM Sans"/>
                <a:ea typeface="DM Sans"/>
                <a:cs typeface="DM Sans"/>
                <a:sym typeface="DM Sans"/>
              </a:rPr>
              <a:t>Identify what the arithmetic mean, median, mean absolute deviation (MAD), and interquartile range (IQR) measure in any set of data.</a:t>
            </a:r>
            <a:endParaRPr b="1" i="1" sz="2400">
              <a:solidFill>
                <a:srgbClr val="FFFFFF"/>
              </a:solidFill>
              <a:latin typeface="DM Sans"/>
              <a:ea typeface="DM Sans"/>
              <a:cs typeface="DM Sans"/>
              <a:sym typeface="DM Sans"/>
            </a:endParaRPr>
          </a:p>
        </p:txBody>
      </p:sp>
      <p:sp>
        <p:nvSpPr>
          <p:cNvPr id="903" name="Google Shape;903;p71"/>
          <p:cNvSpPr txBox="1"/>
          <p:nvPr/>
        </p:nvSpPr>
        <p:spPr>
          <a:xfrm>
            <a:off x="228600" y="2827188"/>
            <a:ext cx="8686800" cy="3693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400">
                <a:solidFill>
                  <a:srgbClr val="FFFFFF"/>
                </a:solidFill>
                <a:latin typeface="DM Sans"/>
                <a:ea typeface="DM Sans"/>
                <a:cs typeface="DM Sans"/>
                <a:sym typeface="DM Sans"/>
              </a:rPr>
              <a:t>(Acceptable answers are shown on the next slide.)</a:t>
            </a:r>
            <a:endParaRPr sz="2400">
              <a:solidFill>
                <a:srgbClr val="FFFFFF"/>
              </a:solidFill>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902"/>
                                        </p:tgtEl>
                                        <p:attrNameLst>
                                          <p:attrName>style.visibility</p:attrName>
                                        </p:attrNameLst>
                                      </p:cBhvr>
                                      <p:to>
                                        <p:strVal val="visible"/>
                                      </p:to>
                                    </p:set>
                                    <p:animEffect filter="fade" transition="in">
                                      <p:cBhvr>
                                        <p:cTn dur="800"/>
                                        <p:tgtEl>
                                          <p:spTgt spid="902"/>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903"/>
                                        </p:tgtEl>
                                        <p:attrNameLst>
                                          <p:attrName>style.visibility</p:attrName>
                                        </p:attrNameLst>
                                      </p:cBhvr>
                                      <p:to>
                                        <p:strVal val="visible"/>
                                      </p:to>
                                    </p:set>
                                    <p:animEffect filter="fade" transition="in">
                                      <p:cBhvr>
                                        <p:cTn dur="800"/>
                                        <p:tgtEl>
                                          <p:spTgt spid="9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sp>
        <p:nvSpPr>
          <p:cNvPr id="908" name="Google Shape;908;p72"/>
          <p:cNvSpPr/>
          <p:nvPr/>
        </p:nvSpPr>
        <p:spPr>
          <a:xfrm>
            <a:off x="-7415158" y="4436915"/>
            <a:ext cx="16559154" cy="915356"/>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interquartile range standard deviation</a:t>
            </a:r>
          </a:p>
        </p:txBody>
      </p:sp>
      <p:sp>
        <p:nvSpPr>
          <p:cNvPr id="909" name="Google Shape;909;p72"/>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0" name="Google Shape;910;p72"/>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911" name="Google Shape;911;p72"/>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12</a:t>
            </a:r>
            <a:endParaRPr sz="4800">
              <a:latin typeface="Merriweather"/>
              <a:ea typeface="Merriweather"/>
              <a:cs typeface="Merriweather"/>
              <a:sym typeface="Merriweather"/>
            </a:endParaRPr>
          </a:p>
        </p:txBody>
      </p:sp>
      <p:pic>
        <p:nvPicPr>
          <p:cNvPr id="912" name="Google Shape;912;p72"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913" name="Google Shape;913;p72"/>
          <p:cNvSpPr txBox="1"/>
          <p:nvPr/>
        </p:nvSpPr>
        <p:spPr>
          <a:xfrm>
            <a:off x="228600" y="1490400"/>
            <a:ext cx="8686800" cy="29553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400">
                <a:solidFill>
                  <a:srgbClr val="FFFFFF"/>
                </a:solidFill>
                <a:latin typeface="DM Sans"/>
                <a:ea typeface="DM Sans"/>
                <a:cs typeface="DM Sans"/>
                <a:sym typeface="DM Sans"/>
              </a:rPr>
              <a:t>The arithmetic mean is a measure of center that is calculated by summing all of the data points and dividing by the sample size. The median is also a measure of center that is calculated by finding the middle data point. The MAD is a measure of variability that measures how far a typical data point is from the mean. The IQR is also a measure of variability that measures the range of the middle 50% of the data.</a:t>
            </a:r>
            <a:endParaRPr i="1" sz="2400">
              <a:solidFill>
                <a:srgbClr val="FFFFFF"/>
              </a:solidFill>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913"/>
                                        </p:tgtEl>
                                        <p:attrNameLst>
                                          <p:attrName>style.visibility</p:attrName>
                                        </p:attrNameLst>
                                      </p:cBhvr>
                                      <p:to>
                                        <p:strVal val="visible"/>
                                      </p:to>
                                    </p:set>
                                    <p:animEffect filter="fade" transition="in">
                                      <p:cBhvr>
                                        <p:cTn dur="800"/>
                                        <p:tgtEl>
                                          <p:spTgt spid="9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7" name="Shape 917"/>
        <p:cNvGrpSpPr/>
        <p:nvPr/>
      </p:nvGrpSpPr>
      <p:grpSpPr>
        <a:xfrm>
          <a:off x="0" y="0"/>
          <a:ext cx="0" cy="0"/>
          <a:chOff x="0" y="0"/>
          <a:chExt cx="0" cy="0"/>
        </a:xfrm>
      </p:grpSpPr>
      <p:sp>
        <p:nvSpPr>
          <p:cNvPr id="918" name="Google Shape;918;p73"/>
          <p:cNvSpPr/>
          <p:nvPr/>
        </p:nvSpPr>
        <p:spPr>
          <a:xfrm>
            <a:off x="-7415158" y="4436915"/>
            <a:ext cx="16559154" cy="915356"/>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interquartile range standard deviation</a:t>
            </a:r>
          </a:p>
        </p:txBody>
      </p:sp>
      <p:sp>
        <p:nvSpPr>
          <p:cNvPr id="919" name="Google Shape;919;p73"/>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0" name="Google Shape;920;p73"/>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921" name="Google Shape;921;p73"/>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13</a:t>
            </a:r>
            <a:endParaRPr sz="4800">
              <a:latin typeface="Merriweather"/>
              <a:ea typeface="Merriweather"/>
              <a:cs typeface="Merriweather"/>
              <a:sym typeface="Merriweather"/>
            </a:endParaRPr>
          </a:p>
        </p:txBody>
      </p:sp>
      <p:pic>
        <p:nvPicPr>
          <p:cNvPr id="922" name="Google Shape;922;p73"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923" name="Google Shape;923;p73"/>
          <p:cNvSpPr txBox="1"/>
          <p:nvPr/>
        </p:nvSpPr>
        <p:spPr>
          <a:xfrm>
            <a:off x="3056325" y="1490400"/>
            <a:ext cx="5859000" cy="7389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solidFill>
                  <a:srgbClr val="FFFFFF"/>
                </a:solidFill>
                <a:latin typeface="DM Sans"/>
                <a:ea typeface="DM Sans"/>
                <a:cs typeface="DM Sans"/>
                <a:sym typeface="DM Sans"/>
              </a:rPr>
              <a:t>Calculate the arithmetic mean of the data.</a:t>
            </a:r>
            <a:endParaRPr b="1" i="1" sz="2400">
              <a:solidFill>
                <a:srgbClr val="FFFFFF"/>
              </a:solidFill>
              <a:latin typeface="DM Sans"/>
              <a:ea typeface="DM Sans"/>
              <a:cs typeface="DM Sans"/>
              <a:sym typeface="DM Sans"/>
            </a:endParaRPr>
          </a:p>
        </p:txBody>
      </p:sp>
      <p:sp>
        <p:nvSpPr>
          <p:cNvPr id="924" name="Google Shape;924;p73"/>
          <p:cNvSpPr txBox="1"/>
          <p:nvPr/>
        </p:nvSpPr>
        <p:spPr>
          <a:xfrm>
            <a:off x="3056325" y="2457900"/>
            <a:ext cx="5859000" cy="7389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400">
                <a:solidFill>
                  <a:srgbClr val="FFFFFF"/>
                </a:solidFill>
                <a:latin typeface="DM Sans"/>
                <a:ea typeface="DM Sans"/>
                <a:cs typeface="DM Sans"/>
                <a:sym typeface="DM Sans"/>
              </a:rPr>
              <a:t>Acceptable answers include </a:t>
            </a:r>
            <a:r>
              <a:rPr b="1" lang="en" sz="2400">
                <a:solidFill>
                  <a:srgbClr val="FFFFFF"/>
                </a:solidFill>
                <a:latin typeface="DM Sans"/>
                <a:ea typeface="DM Sans"/>
                <a:cs typeface="DM Sans"/>
                <a:sym typeface="DM Sans"/>
              </a:rPr>
              <a:t>9.2 employees</a:t>
            </a:r>
            <a:r>
              <a:rPr lang="en" sz="2400">
                <a:solidFill>
                  <a:srgbClr val="FFFFFF"/>
                </a:solidFill>
                <a:latin typeface="DM Sans"/>
                <a:ea typeface="DM Sans"/>
                <a:cs typeface="DM Sans"/>
                <a:sym typeface="DM Sans"/>
              </a:rPr>
              <a:t>.</a:t>
            </a:r>
            <a:endParaRPr sz="2400">
              <a:solidFill>
                <a:srgbClr val="FFFFFF"/>
              </a:solidFill>
              <a:latin typeface="DM Sans"/>
              <a:ea typeface="DM Sans"/>
              <a:cs typeface="DM Sans"/>
              <a:sym typeface="DM Sans"/>
            </a:endParaRPr>
          </a:p>
        </p:txBody>
      </p:sp>
      <p:pic>
        <p:nvPicPr>
          <p:cNvPr id="925" name="Google Shape;925;p73"/>
          <p:cNvPicPr preferRelativeResize="0"/>
          <p:nvPr/>
        </p:nvPicPr>
        <p:blipFill>
          <a:blip r:embed="rId4">
            <a:alphaModFix/>
          </a:blip>
          <a:stretch>
            <a:fillRect/>
          </a:stretch>
        </p:blipFill>
        <p:spPr>
          <a:xfrm>
            <a:off x="228600" y="1490400"/>
            <a:ext cx="2599122" cy="342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923"/>
                                        </p:tgtEl>
                                        <p:attrNameLst>
                                          <p:attrName>style.visibility</p:attrName>
                                        </p:attrNameLst>
                                      </p:cBhvr>
                                      <p:to>
                                        <p:strVal val="visible"/>
                                      </p:to>
                                    </p:set>
                                    <p:animEffect filter="fade" transition="in">
                                      <p:cBhvr>
                                        <p:cTn dur="800"/>
                                        <p:tgtEl>
                                          <p:spTgt spid="9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4"/>
                                        </p:tgtEl>
                                        <p:attrNameLst>
                                          <p:attrName>style.visibility</p:attrName>
                                        </p:attrNameLst>
                                      </p:cBhvr>
                                      <p:to>
                                        <p:strVal val="visible"/>
                                      </p:to>
                                    </p:set>
                                    <p:animEffect filter="fade" transition="in">
                                      <p:cBhvr>
                                        <p:cTn dur="800"/>
                                        <p:tgtEl>
                                          <p:spTgt spid="9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74"/>
          <p:cNvSpPr/>
          <p:nvPr/>
        </p:nvSpPr>
        <p:spPr>
          <a:xfrm>
            <a:off x="-7415158" y="4436915"/>
            <a:ext cx="16559154" cy="915356"/>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interquartile range standard deviation</a:t>
            </a:r>
          </a:p>
        </p:txBody>
      </p:sp>
      <p:sp>
        <p:nvSpPr>
          <p:cNvPr id="931" name="Google Shape;931;p74"/>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2" name="Google Shape;932;p74"/>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933" name="Google Shape;933;p74"/>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14</a:t>
            </a:r>
            <a:endParaRPr sz="4800">
              <a:latin typeface="Merriweather"/>
              <a:ea typeface="Merriweather"/>
              <a:cs typeface="Merriweather"/>
              <a:sym typeface="Merriweather"/>
            </a:endParaRPr>
          </a:p>
        </p:txBody>
      </p:sp>
      <p:pic>
        <p:nvPicPr>
          <p:cNvPr id="934" name="Google Shape;934;p74"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935" name="Google Shape;935;p74"/>
          <p:cNvSpPr txBox="1"/>
          <p:nvPr/>
        </p:nvSpPr>
        <p:spPr>
          <a:xfrm>
            <a:off x="3056325" y="1490400"/>
            <a:ext cx="5859000" cy="3693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solidFill>
                  <a:srgbClr val="FFFFFF"/>
                </a:solidFill>
                <a:latin typeface="DM Sans"/>
                <a:ea typeface="DM Sans"/>
                <a:cs typeface="DM Sans"/>
                <a:sym typeface="DM Sans"/>
              </a:rPr>
              <a:t>Calculate the median of the data.</a:t>
            </a:r>
            <a:endParaRPr b="1" i="1" sz="2400">
              <a:solidFill>
                <a:srgbClr val="FFFFFF"/>
              </a:solidFill>
              <a:latin typeface="DM Sans"/>
              <a:ea typeface="DM Sans"/>
              <a:cs typeface="DM Sans"/>
              <a:sym typeface="DM Sans"/>
            </a:endParaRPr>
          </a:p>
        </p:txBody>
      </p:sp>
      <p:sp>
        <p:nvSpPr>
          <p:cNvPr id="936" name="Google Shape;936;p74"/>
          <p:cNvSpPr txBox="1"/>
          <p:nvPr/>
        </p:nvSpPr>
        <p:spPr>
          <a:xfrm>
            <a:off x="3056325" y="2088300"/>
            <a:ext cx="5859000" cy="7389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400">
                <a:solidFill>
                  <a:srgbClr val="FFFFFF"/>
                </a:solidFill>
                <a:latin typeface="DM Sans"/>
                <a:ea typeface="DM Sans"/>
                <a:cs typeface="DM Sans"/>
                <a:sym typeface="DM Sans"/>
              </a:rPr>
              <a:t>Acceptable answers include </a:t>
            </a:r>
            <a:r>
              <a:rPr b="1" lang="en" sz="2400">
                <a:solidFill>
                  <a:srgbClr val="FFFFFF"/>
                </a:solidFill>
                <a:latin typeface="DM Sans"/>
                <a:ea typeface="DM Sans"/>
                <a:cs typeface="DM Sans"/>
                <a:sym typeface="DM Sans"/>
              </a:rPr>
              <a:t>10</a:t>
            </a:r>
            <a:r>
              <a:rPr b="1" lang="en" sz="2400">
                <a:solidFill>
                  <a:srgbClr val="FFFFFF"/>
                </a:solidFill>
                <a:latin typeface="DM Sans"/>
                <a:ea typeface="DM Sans"/>
                <a:cs typeface="DM Sans"/>
                <a:sym typeface="DM Sans"/>
              </a:rPr>
              <a:t> employees</a:t>
            </a:r>
            <a:r>
              <a:rPr lang="en" sz="2400">
                <a:solidFill>
                  <a:srgbClr val="FFFFFF"/>
                </a:solidFill>
                <a:latin typeface="DM Sans"/>
                <a:ea typeface="DM Sans"/>
                <a:cs typeface="DM Sans"/>
                <a:sym typeface="DM Sans"/>
              </a:rPr>
              <a:t>.</a:t>
            </a:r>
            <a:endParaRPr sz="2400">
              <a:solidFill>
                <a:srgbClr val="FFFFFF"/>
              </a:solidFill>
              <a:latin typeface="DM Sans"/>
              <a:ea typeface="DM Sans"/>
              <a:cs typeface="DM Sans"/>
              <a:sym typeface="DM Sans"/>
            </a:endParaRPr>
          </a:p>
        </p:txBody>
      </p:sp>
      <p:pic>
        <p:nvPicPr>
          <p:cNvPr id="937" name="Google Shape;937;p74"/>
          <p:cNvPicPr preferRelativeResize="0"/>
          <p:nvPr/>
        </p:nvPicPr>
        <p:blipFill>
          <a:blip r:embed="rId4">
            <a:alphaModFix/>
          </a:blip>
          <a:stretch>
            <a:fillRect/>
          </a:stretch>
        </p:blipFill>
        <p:spPr>
          <a:xfrm>
            <a:off x="228600" y="1490400"/>
            <a:ext cx="2599122" cy="342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935"/>
                                        </p:tgtEl>
                                        <p:attrNameLst>
                                          <p:attrName>style.visibility</p:attrName>
                                        </p:attrNameLst>
                                      </p:cBhvr>
                                      <p:to>
                                        <p:strVal val="visible"/>
                                      </p:to>
                                    </p:set>
                                    <p:animEffect filter="fade" transition="in">
                                      <p:cBhvr>
                                        <p:cTn dur="800"/>
                                        <p:tgtEl>
                                          <p:spTgt spid="9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6"/>
                                        </p:tgtEl>
                                        <p:attrNameLst>
                                          <p:attrName>style.visibility</p:attrName>
                                        </p:attrNameLst>
                                      </p:cBhvr>
                                      <p:to>
                                        <p:strVal val="visible"/>
                                      </p:to>
                                    </p:set>
                                    <p:animEffect filter="fade" transition="in">
                                      <p:cBhvr>
                                        <p:cTn dur="800"/>
                                        <p:tgtEl>
                                          <p:spTgt spid="9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75"/>
          <p:cNvSpPr/>
          <p:nvPr/>
        </p:nvSpPr>
        <p:spPr>
          <a:xfrm>
            <a:off x="-7415158" y="4436915"/>
            <a:ext cx="16559154" cy="915356"/>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interquartile range standard deviation</a:t>
            </a:r>
          </a:p>
        </p:txBody>
      </p:sp>
      <p:sp>
        <p:nvSpPr>
          <p:cNvPr id="943" name="Google Shape;943;p75"/>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4" name="Google Shape;944;p75"/>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945" name="Google Shape;945;p75"/>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15</a:t>
            </a:r>
            <a:endParaRPr sz="4800">
              <a:latin typeface="Merriweather"/>
              <a:ea typeface="Merriweather"/>
              <a:cs typeface="Merriweather"/>
              <a:sym typeface="Merriweather"/>
            </a:endParaRPr>
          </a:p>
        </p:txBody>
      </p:sp>
      <p:pic>
        <p:nvPicPr>
          <p:cNvPr id="946" name="Google Shape;946;p75"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947" name="Google Shape;947;p75"/>
          <p:cNvSpPr txBox="1"/>
          <p:nvPr/>
        </p:nvSpPr>
        <p:spPr>
          <a:xfrm>
            <a:off x="3056325" y="1490400"/>
            <a:ext cx="5859000" cy="11082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solidFill>
                  <a:srgbClr val="FFFFFF"/>
                </a:solidFill>
                <a:latin typeface="DM Sans"/>
                <a:ea typeface="DM Sans"/>
                <a:cs typeface="DM Sans"/>
                <a:sym typeface="DM Sans"/>
              </a:rPr>
              <a:t>Identify the outlier(s) in the data and provide a potential reason why they exist.</a:t>
            </a:r>
            <a:endParaRPr b="1" i="1" sz="2400">
              <a:solidFill>
                <a:srgbClr val="FFFFFF"/>
              </a:solidFill>
              <a:latin typeface="DM Sans"/>
              <a:ea typeface="DM Sans"/>
              <a:cs typeface="DM Sans"/>
              <a:sym typeface="DM Sans"/>
            </a:endParaRPr>
          </a:p>
        </p:txBody>
      </p:sp>
      <p:sp>
        <p:nvSpPr>
          <p:cNvPr id="948" name="Google Shape;948;p75"/>
          <p:cNvSpPr txBox="1"/>
          <p:nvPr/>
        </p:nvSpPr>
        <p:spPr>
          <a:xfrm>
            <a:off x="3056325" y="2827200"/>
            <a:ext cx="5859000" cy="18471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400">
                <a:solidFill>
                  <a:srgbClr val="FFFFFF"/>
                </a:solidFill>
                <a:latin typeface="DM Sans"/>
                <a:ea typeface="DM Sans"/>
                <a:cs typeface="DM Sans"/>
                <a:sym typeface="DM Sans"/>
              </a:rPr>
              <a:t>Acceptable answers include that </a:t>
            </a:r>
            <a:r>
              <a:rPr b="1" lang="en" sz="2400">
                <a:solidFill>
                  <a:srgbClr val="FFFFFF"/>
                </a:solidFill>
                <a:latin typeface="DM Sans"/>
                <a:ea typeface="DM Sans"/>
                <a:cs typeface="DM Sans"/>
                <a:sym typeface="DM Sans"/>
              </a:rPr>
              <a:t>the outlier is the one day with three employees, which could be explained by a major holiday, when most employees would be on break</a:t>
            </a:r>
            <a:r>
              <a:rPr lang="en" sz="2400">
                <a:solidFill>
                  <a:srgbClr val="FFFFFF"/>
                </a:solidFill>
                <a:latin typeface="DM Sans"/>
                <a:ea typeface="DM Sans"/>
                <a:cs typeface="DM Sans"/>
                <a:sym typeface="DM Sans"/>
              </a:rPr>
              <a:t>.</a:t>
            </a:r>
            <a:endParaRPr sz="2400">
              <a:solidFill>
                <a:srgbClr val="FFFFFF"/>
              </a:solidFill>
              <a:latin typeface="DM Sans"/>
              <a:ea typeface="DM Sans"/>
              <a:cs typeface="DM Sans"/>
              <a:sym typeface="DM Sans"/>
            </a:endParaRPr>
          </a:p>
        </p:txBody>
      </p:sp>
      <p:pic>
        <p:nvPicPr>
          <p:cNvPr id="949" name="Google Shape;949;p75"/>
          <p:cNvPicPr preferRelativeResize="0"/>
          <p:nvPr/>
        </p:nvPicPr>
        <p:blipFill>
          <a:blip r:embed="rId4">
            <a:alphaModFix/>
          </a:blip>
          <a:stretch>
            <a:fillRect/>
          </a:stretch>
        </p:blipFill>
        <p:spPr>
          <a:xfrm>
            <a:off x="228600" y="1490400"/>
            <a:ext cx="2599122" cy="342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947"/>
                                        </p:tgtEl>
                                        <p:attrNameLst>
                                          <p:attrName>style.visibility</p:attrName>
                                        </p:attrNameLst>
                                      </p:cBhvr>
                                      <p:to>
                                        <p:strVal val="visible"/>
                                      </p:to>
                                    </p:set>
                                    <p:animEffect filter="fade" transition="in">
                                      <p:cBhvr>
                                        <p:cTn dur="800"/>
                                        <p:tgtEl>
                                          <p:spTgt spid="9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8"/>
                                        </p:tgtEl>
                                        <p:attrNameLst>
                                          <p:attrName>style.visibility</p:attrName>
                                        </p:attrNameLst>
                                      </p:cBhvr>
                                      <p:to>
                                        <p:strVal val="visible"/>
                                      </p:to>
                                    </p:set>
                                    <p:animEffect filter="fade" transition="in">
                                      <p:cBhvr>
                                        <p:cTn dur="800"/>
                                        <p:tgtEl>
                                          <p:spTgt spid="9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p76"/>
          <p:cNvSpPr/>
          <p:nvPr/>
        </p:nvSpPr>
        <p:spPr>
          <a:xfrm>
            <a:off x="-7415158" y="4436915"/>
            <a:ext cx="16559154" cy="915356"/>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interquartile range standard deviation</a:t>
            </a:r>
          </a:p>
        </p:txBody>
      </p:sp>
      <p:sp>
        <p:nvSpPr>
          <p:cNvPr id="955" name="Google Shape;955;p76"/>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6" name="Google Shape;956;p76"/>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957" name="Google Shape;957;p76"/>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16</a:t>
            </a:r>
            <a:endParaRPr sz="4800">
              <a:latin typeface="Merriweather"/>
              <a:ea typeface="Merriweather"/>
              <a:cs typeface="Merriweather"/>
              <a:sym typeface="Merriweather"/>
            </a:endParaRPr>
          </a:p>
        </p:txBody>
      </p:sp>
      <p:pic>
        <p:nvPicPr>
          <p:cNvPr id="958" name="Google Shape;958;p76"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959" name="Google Shape;959;p76"/>
          <p:cNvSpPr txBox="1"/>
          <p:nvPr/>
        </p:nvSpPr>
        <p:spPr>
          <a:xfrm>
            <a:off x="3056325" y="1490400"/>
            <a:ext cx="5859000" cy="22164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solidFill>
                  <a:srgbClr val="FFFFFF"/>
                </a:solidFill>
                <a:latin typeface="DM Sans"/>
                <a:ea typeface="DM Sans"/>
                <a:cs typeface="DM Sans"/>
                <a:sym typeface="DM Sans"/>
              </a:rPr>
              <a:t>Identify whether the mean and/or median are affected by outliers, and justify which statistic is most appropriate if Jericho wants to find out how many employees work on a typical day.</a:t>
            </a:r>
            <a:endParaRPr b="1" i="1" sz="2400">
              <a:solidFill>
                <a:srgbClr val="FFFFFF"/>
              </a:solidFill>
              <a:latin typeface="DM Sans"/>
              <a:ea typeface="DM Sans"/>
              <a:cs typeface="DM Sans"/>
              <a:sym typeface="DM Sans"/>
            </a:endParaRPr>
          </a:p>
        </p:txBody>
      </p:sp>
      <p:pic>
        <p:nvPicPr>
          <p:cNvPr id="960" name="Google Shape;960;p76"/>
          <p:cNvPicPr preferRelativeResize="0"/>
          <p:nvPr/>
        </p:nvPicPr>
        <p:blipFill>
          <a:blip r:embed="rId4">
            <a:alphaModFix/>
          </a:blip>
          <a:stretch>
            <a:fillRect/>
          </a:stretch>
        </p:blipFill>
        <p:spPr>
          <a:xfrm>
            <a:off x="228600" y="1490400"/>
            <a:ext cx="2599122" cy="3424500"/>
          </a:xfrm>
          <a:prstGeom prst="rect">
            <a:avLst/>
          </a:prstGeom>
          <a:noFill/>
          <a:ln>
            <a:noFill/>
          </a:ln>
        </p:spPr>
      </p:pic>
      <p:sp>
        <p:nvSpPr>
          <p:cNvPr id="961" name="Google Shape;961;p76"/>
          <p:cNvSpPr txBox="1"/>
          <p:nvPr/>
        </p:nvSpPr>
        <p:spPr>
          <a:xfrm>
            <a:off x="3056325" y="3935388"/>
            <a:ext cx="5859000" cy="7389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400">
                <a:solidFill>
                  <a:srgbClr val="FFFFFF"/>
                </a:solidFill>
                <a:latin typeface="DM Sans"/>
                <a:ea typeface="DM Sans"/>
                <a:cs typeface="DM Sans"/>
                <a:sym typeface="DM Sans"/>
              </a:rPr>
              <a:t>(Acceptable answers are shown on the next slide.)</a:t>
            </a:r>
            <a:endParaRPr sz="2400">
              <a:solidFill>
                <a:srgbClr val="FFFFFF"/>
              </a:solidFill>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959"/>
                                        </p:tgtEl>
                                        <p:attrNameLst>
                                          <p:attrName>style.visibility</p:attrName>
                                        </p:attrNameLst>
                                      </p:cBhvr>
                                      <p:to>
                                        <p:strVal val="visible"/>
                                      </p:to>
                                    </p:set>
                                    <p:animEffect filter="fade" transition="in">
                                      <p:cBhvr>
                                        <p:cTn dur="800"/>
                                        <p:tgtEl>
                                          <p:spTgt spid="959"/>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961"/>
                                        </p:tgtEl>
                                        <p:attrNameLst>
                                          <p:attrName>style.visibility</p:attrName>
                                        </p:attrNameLst>
                                      </p:cBhvr>
                                      <p:to>
                                        <p:strVal val="visible"/>
                                      </p:to>
                                    </p:set>
                                    <p:animEffect filter="fade" transition="in">
                                      <p:cBhvr>
                                        <p:cTn dur="800"/>
                                        <p:tgtEl>
                                          <p:spTgt spid="9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p77"/>
          <p:cNvSpPr/>
          <p:nvPr/>
        </p:nvSpPr>
        <p:spPr>
          <a:xfrm>
            <a:off x="-7415158" y="4436915"/>
            <a:ext cx="16559154" cy="915356"/>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interquartile range standard deviation</a:t>
            </a:r>
          </a:p>
        </p:txBody>
      </p:sp>
      <p:sp>
        <p:nvSpPr>
          <p:cNvPr id="967" name="Google Shape;967;p77"/>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8" name="Google Shape;968;p77"/>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969" name="Google Shape;969;p77"/>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16</a:t>
            </a:r>
            <a:endParaRPr sz="4800">
              <a:latin typeface="Merriweather"/>
              <a:ea typeface="Merriweather"/>
              <a:cs typeface="Merriweather"/>
              <a:sym typeface="Merriweather"/>
            </a:endParaRPr>
          </a:p>
        </p:txBody>
      </p:sp>
      <p:pic>
        <p:nvPicPr>
          <p:cNvPr id="970" name="Google Shape;970;p77"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971" name="Google Shape;971;p77"/>
          <p:cNvSpPr txBox="1"/>
          <p:nvPr/>
        </p:nvSpPr>
        <p:spPr>
          <a:xfrm>
            <a:off x="3056325" y="1490400"/>
            <a:ext cx="5859000" cy="25860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400">
                <a:solidFill>
                  <a:srgbClr val="FFFFFF"/>
                </a:solidFill>
                <a:latin typeface="DM Sans"/>
                <a:ea typeface="DM Sans"/>
                <a:cs typeface="DM Sans"/>
                <a:sym typeface="DM Sans"/>
              </a:rPr>
              <a:t>The mean is affected by outliers, but the median isn't. If Jericho wants to find the number of employees that will work on a typical day, he should use the median because it isn't affected by the one outlier that represents an atypical situation.</a:t>
            </a:r>
            <a:endParaRPr i="1" sz="2400">
              <a:solidFill>
                <a:srgbClr val="FFFFFF"/>
              </a:solidFill>
              <a:latin typeface="DM Sans"/>
              <a:ea typeface="DM Sans"/>
              <a:cs typeface="DM Sans"/>
              <a:sym typeface="DM Sans"/>
            </a:endParaRPr>
          </a:p>
        </p:txBody>
      </p:sp>
      <p:pic>
        <p:nvPicPr>
          <p:cNvPr id="972" name="Google Shape;972;p77"/>
          <p:cNvPicPr preferRelativeResize="0"/>
          <p:nvPr/>
        </p:nvPicPr>
        <p:blipFill>
          <a:blip r:embed="rId4">
            <a:alphaModFix/>
          </a:blip>
          <a:stretch>
            <a:fillRect/>
          </a:stretch>
        </p:blipFill>
        <p:spPr>
          <a:xfrm>
            <a:off x="228600" y="1490400"/>
            <a:ext cx="2599122" cy="342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971"/>
                                        </p:tgtEl>
                                        <p:attrNameLst>
                                          <p:attrName>style.visibility</p:attrName>
                                        </p:attrNameLst>
                                      </p:cBhvr>
                                      <p:to>
                                        <p:strVal val="visible"/>
                                      </p:to>
                                    </p:set>
                                    <p:animEffect filter="fade" transition="in">
                                      <p:cBhvr>
                                        <p:cTn dur="800"/>
                                        <p:tgtEl>
                                          <p:spTgt spid="9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78"/>
          <p:cNvSpPr/>
          <p:nvPr/>
        </p:nvSpPr>
        <p:spPr>
          <a:xfrm>
            <a:off x="-7415158" y="4436915"/>
            <a:ext cx="16559154" cy="915356"/>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interquartile range standard deviation</a:t>
            </a:r>
          </a:p>
        </p:txBody>
      </p:sp>
      <p:sp>
        <p:nvSpPr>
          <p:cNvPr id="978" name="Google Shape;978;p78"/>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9" name="Google Shape;979;p78"/>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980" name="Google Shape;980;p78"/>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17</a:t>
            </a:r>
            <a:endParaRPr sz="4800">
              <a:latin typeface="Merriweather"/>
              <a:ea typeface="Merriweather"/>
              <a:cs typeface="Merriweather"/>
              <a:sym typeface="Merriweather"/>
            </a:endParaRPr>
          </a:p>
        </p:txBody>
      </p:sp>
      <p:pic>
        <p:nvPicPr>
          <p:cNvPr id="981" name="Google Shape;981;p78"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982" name="Google Shape;982;p78"/>
          <p:cNvSpPr txBox="1"/>
          <p:nvPr/>
        </p:nvSpPr>
        <p:spPr>
          <a:xfrm>
            <a:off x="3056325" y="1490400"/>
            <a:ext cx="5859000" cy="7389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solidFill>
                  <a:srgbClr val="FFFFFF"/>
                </a:solidFill>
                <a:latin typeface="DM Sans"/>
                <a:ea typeface="DM Sans"/>
                <a:cs typeface="DM Sans"/>
                <a:sym typeface="DM Sans"/>
              </a:rPr>
              <a:t>Calculate the mean absolute deviation of this data.</a:t>
            </a:r>
            <a:endParaRPr b="1" i="1" sz="2400">
              <a:solidFill>
                <a:srgbClr val="FFFFFF"/>
              </a:solidFill>
              <a:latin typeface="DM Sans"/>
              <a:ea typeface="DM Sans"/>
              <a:cs typeface="DM Sans"/>
              <a:sym typeface="DM Sans"/>
            </a:endParaRPr>
          </a:p>
        </p:txBody>
      </p:sp>
      <p:sp>
        <p:nvSpPr>
          <p:cNvPr id="983" name="Google Shape;983;p78"/>
          <p:cNvSpPr txBox="1"/>
          <p:nvPr/>
        </p:nvSpPr>
        <p:spPr>
          <a:xfrm>
            <a:off x="3056325" y="2457900"/>
            <a:ext cx="5859000" cy="7389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400">
                <a:solidFill>
                  <a:srgbClr val="FFFFFF"/>
                </a:solidFill>
                <a:latin typeface="DM Sans"/>
                <a:ea typeface="DM Sans"/>
                <a:cs typeface="DM Sans"/>
                <a:sym typeface="DM Sans"/>
              </a:rPr>
              <a:t>Acceptable answers include </a:t>
            </a:r>
            <a:r>
              <a:rPr b="1" lang="en" sz="2400">
                <a:solidFill>
                  <a:srgbClr val="FFFFFF"/>
                </a:solidFill>
                <a:latin typeface="DM Sans"/>
                <a:ea typeface="DM Sans"/>
                <a:cs typeface="DM Sans"/>
                <a:sym typeface="DM Sans"/>
              </a:rPr>
              <a:t>0.96 employee</a:t>
            </a:r>
            <a:r>
              <a:rPr lang="en" sz="2400">
                <a:solidFill>
                  <a:srgbClr val="FFFFFF"/>
                </a:solidFill>
                <a:latin typeface="DM Sans"/>
                <a:ea typeface="DM Sans"/>
                <a:cs typeface="DM Sans"/>
                <a:sym typeface="DM Sans"/>
              </a:rPr>
              <a:t>.</a:t>
            </a:r>
            <a:endParaRPr sz="2400">
              <a:solidFill>
                <a:srgbClr val="FFFFFF"/>
              </a:solidFill>
              <a:latin typeface="DM Sans"/>
              <a:ea typeface="DM Sans"/>
              <a:cs typeface="DM Sans"/>
              <a:sym typeface="DM Sans"/>
            </a:endParaRPr>
          </a:p>
        </p:txBody>
      </p:sp>
      <p:pic>
        <p:nvPicPr>
          <p:cNvPr id="984" name="Google Shape;984;p78"/>
          <p:cNvPicPr preferRelativeResize="0"/>
          <p:nvPr/>
        </p:nvPicPr>
        <p:blipFill>
          <a:blip r:embed="rId4">
            <a:alphaModFix/>
          </a:blip>
          <a:stretch>
            <a:fillRect/>
          </a:stretch>
        </p:blipFill>
        <p:spPr>
          <a:xfrm>
            <a:off x="228600" y="1490400"/>
            <a:ext cx="2599122" cy="342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982"/>
                                        </p:tgtEl>
                                        <p:attrNameLst>
                                          <p:attrName>style.visibility</p:attrName>
                                        </p:attrNameLst>
                                      </p:cBhvr>
                                      <p:to>
                                        <p:strVal val="visible"/>
                                      </p:to>
                                    </p:set>
                                    <p:animEffect filter="fade" transition="in">
                                      <p:cBhvr>
                                        <p:cTn dur="800"/>
                                        <p:tgtEl>
                                          <p:spTgt spid="9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3"/>
                                        </p:tgtEl>
                                        <p:attrNameLst>
                                          <p:attrName>style.visibility</p:attrName>
                                        </p:attrNameLst>
                                      </p:cBhvr>
                                      <p:to>
                                        <p:strVal val="visible"/>
                                      </p:to>
                                    </p:set>
                                    <p:animEffect filter="fade" transition="in">
                                      <p:cBhvr>
                                        <p:cTn dur="800"/>
                                        <p:tgtEl>
                                          <p:spTgt spid="9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8" name="Shape 988"/>
        <p:cNvGrpSpPr/>
        <p:nvPr/>
      </p:nvGrpSpPr>
      <p:grpSpPr>
        <a:xfrm>
          <a:off x="0" y="0"/>
          <a:ext cx="0" cy="0"/>
          <a:chOff x="0" y="0"/>
          <a:chExt cx="0" cy="0"/>
        </a:xfrm>
      </p:grpSpPr>
      <p:sp>
        <p:nvSpPr>
          <p:cNvPr id="989" name="Google Shape;989;p79"/>
          <p:cNvSpPr/>
          <p:nvPr/>
        </p:nvSpPr>
        <p:spPr>
          <a:xfrm>
            <a:off x="-7415158" y="4436915"/>
            <a:ext cx="16559154" cy="915356"/>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interquartile range standard deviation</a:t>
            </a:r>
          </a:p>
        </p:txBody>
      </p:sp>
      <p:sp>
        <p:nvSpPr>
          <p:cNvPr id="990" name="Google Shape;990;p79"/>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1" name="Google Shape;991;p79"/>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992" name="Google Shape;992;p79"/>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18</a:t>
            </a:r>
            <a:endParaRPr sz="4800">
              <a:latin typeface="Merriweather"/>
              <a:ea typeface="Merriweather"/>
              <a:cs typeface="Merriweather"/>
              <a:sym typeface="Merriweather"/>
            </a:endParaRPr>
          </a:p>
        </p:txBody>
      </p:sp>
      <p:pic>
        <p:nvPicPr>
          <p:cNvPr id="993" name="Google Shape;993;p79"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994" name="Google Shape;994;p79"/>
          <p:cNvSpPr txBox="1"/>
          <p:nvPr/>
        </p:nvSpPr>
        <p:spPr>
          <a:xfrm>
            <a:off x="3056325" y="1490400"/>
            <a:ext cx="5859000" cy="7389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solidFill>
                  <a:srgbClr val="FFFFFF"/>
                </a:solidFill>
                <a:latin typeface="DM Sans"/>
                <a:ea typeface="DM Sans"/>
                <a:cs typeface="DM Sans"/>
                <a:sym typeface="DM Sans"/>
              </a:rPr>
              <a:t>Calculate the interquartile range of this data.</a:t>
            </a:r>
            <a:endParaRPr b="1" i="1" sz="2400">
              <a:solidFill>
                <a:srgbClr val="FFFFFF"/>
              </a:solidFill>
              <a:latin typeface="DM Sans"/>
              <a:ea typeface="DM Sans"/>
              <a:cs typeface="DM Sans"/>
              <a:sym typeface="DM Sans"/>
            </a:endParaRPr>
          </a:p>
        </p:txBody>
      </p:sp>
      <p:sp>
        <p:nvSpPr>
          <p:cNvPr id="995" name="Google Shape;995;p79"/>
          <p:cNvSpPr txBox="1"/>
          <p:nvPr/>
        </p:nvSpPr>
        <p:spPr>
          <a:xfrm>
            <a:off x="3056325" y="2457900"/>
            <a:ext cx="5859000" cy="3693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400">
                <a:solidFill>
                  <a:srgbClr val="FFFFFF"/>
                </a:solidFill>
                <a:latin typeface="DM Sans"/>
                <a:ea typeface="DM Sans"/>
                <a:cs typeface="DM Sans"/>
                <a:sym typeface="DM Sans"/>
              </a:rPr>
              <a:t>Acceptable answers include </a:t>
            </a:r>
            <a:r>
              <a:rPr b="1" lang="en" sz="2400">
                <a:solidFill>
                  <a:srgbClr val="FFFFFF"/>
                </a:solidFill>
                <a:latin typeface="DM Sans"/>
                <a:ea typeface="DM Sans"/>
                <a:cs typeface="DM Sans"/>
                <a:sym typeface="DM Sans"/>
              </a:rPr>
              <a:t>1</a:t>
            </a:r>
            <a:r>
              <a:rPr b="1" lang="en" sz="2400">
                <a:solidFill>
                  <a:srgbClr val="FFFFFF"/>
                </a:solidFill>
                <a:latin typeface="DM Sans"/>
                <a:ea typeface="DM Sans"/>
                <a:cs typeface="DM Sans"/>
                <a:sym typeface="DM Sans"/>
              </a:rPr>
              <a:t> employee</a:t>
            </a:r>
            <a:r>
              <a:rPr lang="en" sz="2400">
                <a:solidFill>
                  <a:srgbClr val="FFFFFF"/>
                </a:solidFill>
                <a:latin typeface="DM Sans"/>
                <a:ea typeface="DM Sans"/>
                <a:cs typeface="DM Sans"/>
                <a:sym typeface="DM Sans"/>
              </a:rPr>
              <a:t>.</a:t>
            </a:r>
            <a:endParaRPr sz="2400">
              <a:solidFill>
                <a:srgbClr val="FFFFFF"/>
              </a:solidFill>
              <a:latin typeface="DM Sans"/>
              <a:ea typeface="DM Sans"/>
              <a:cs typeface="DM Sans"/>
              <a:sym typeface="DM Sans"/>
            </a:endParaRPr>
          </a:p>
        </p:txBody>
      </p:sp>
      <p:pic>
        <p:nvPicPr>
          <p:cNvPr id="996" name="Google Shape;996;p79"/>
          <p:cNvPicPr preferRelativeResize="0"/>
          <p:nvPr/>
        </p:nvPicPr>
        <p:blipFill>
          <a:blip r:embed="rId4">
            <a:alphaModFix/>
          </a:blip>
          <a:stretch>
            <a:fillRect/>
          </a:stretch>
        </p:blipFill>
        <p:spPr>
          <a:xfrm>
            <a:off x="228600" y="1490400"/>
            <a:ext cx="2599122" cy="342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994"/>
                                        </p:tgtEl>
                                        <p:attrNameLst>
                                          <p:attrName>style.visibility</p:attrName>
                                        </p:attrNameLst>
                                      </p:cBhvr>
                                      <p:to>
                                        <p:strVal val="visible"/>
                                      </p:to>
                                    </p:set>
                                    <p:animEffect filter="fade" transition="in">
                                      <p:cBhvr>
                                        <p:cTn dur="800"/>
                                        <p:tgtEl>
                                          <p:spTgt spid="9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5"/>
                                        </p:tgtEl>
                                        <p:attrNameLst>
                                          <p:attrName>style.visibility</p:attrName>
                                        </p:attrNameLst>
                                      </p:cBhvr>
                                      <p:to>
                                        <p:strVal val="visible"/>
                                      </p:to>
                                    </p:set>
                                    <p:animEffect filter="fade" transition="in">
                                      <p:cBhvr>
                                        <p:cTn dur="800"/>
                                        <p:tgtEl>
                                          <p:spTgt spid="9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p80"/>
          <p:cNvSpPr/>
          <p:nvPr/>
        </p:nvSpPr>
        <p:spPr>
          <a:xfrm>
            <a:off x="-7415158" y="4436915"/>
            <a:ext cx="16559154" cy="915356"/>
          </a:xfrm>
          <a:prstGeom prst="rect">
            <a:avLst/>
          </a:prstGeom>
        </p:spPr>
        <p:txBody>
          <a:bodyPr>
            <a:prstTxWarp prst="textPlain"/>
          </a:bodyPr>
          <a:lstStyle/>
          <a:p>
            <a:pPr lvl="0" algn="ctr"/>
            <a:r>
              <a:rPr b="0" i="0">
                <a:ln cap="flat" cmpd="sng" w="38100">
                  <a:solidFill>
                    <a:srgbClr val="C6DED9"/>
                  </a:solidFill>
                  <a:prstDash val="solid"/>
                  <a:round/>
                  <a:headEnd len="sm" w="sm" type="none"/>
                  <a:tailEnd len="sm" w="sm" type="none"/>
                </a:ln>
                <a:noFill/>
                <a:latin typeface="DM Sans"/>
              </a:rPr>
              <a:t>interquartile range standard deviation</a:t>
            </a:r>
          </a:p>
        </p:txBody>
      </p:sp>
      <p:sp>
        <p:nvSpPr>
          <p:cNvPr id="1002" name="Google Shape;1002;p80"/>
          <p:cNvSpPr/>
          <p:nvPr/>
        </p:nvSpPr>
        <p:spPr>
          <a:xfrm>
            <a:off x="0" y="228600"/>
            <a:ext cx="9144000" cy="738900"/>
          </a:xfrm>
          <a:prstGeom prst="rect">
            <a:avLst/>
          </a:prstGeom>
          <a:solidFill>
            <a:srgbClr val="C6DE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3" name="Google Shape;1003;p80"/>
          <p:cNvSpPr/>
          <p:nvPr/>
        </p:nvSpPr>
        <p:spPr>
          <a:xfrm>
            <a:off x="228590" y="228602"/>
            <a:ext cx="1033200" cy="10332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1004" name="Google Shape;1004;p80"/>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Question 19</a:t>
            </a:r>
            <a:endParaRPr sz="4800">
              <a:latin typeface="Merriweather"/>
              <a:ea typeface="Merriweather"/>
              <a:cs typeface="Merriweather"/>
              <a:sym typeface="Merriweather"/>
            </a:endParaRPr>
          </a:p>
        </p:txBody>
      </p:sp>
      <p:pic>
        <p:nvPicPr>
          <p:cNvPr id="1005" name="Google Shape;1005;p80"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1006" name="Google Shape;1006;p80"/>
          <p:cNvSpPr txBox="1"/>
          <p:nvPr/>
        </p:nvSpPr>
        <p:spPr>
          <a:xfrm>
            <a:off x="3056325" y="1490400"/>
            <a:ext cx="5859000" cy="7389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solidFill>
                  <a:srgbClr val="FFFFFF"/>
                </a:solidFill>
                <a:latin typeface="DM Sans"/>
                <a:ea typeface="DM Sans"/>
                <a:cs typeface="DM Sans"/>
                <a:sym typeface="DM Sans"/>
              </a:rPr>
              <a:t>Justify whether the MAD or IQR are more appropriate for this situation.</a:t>
            </a:r>
            <a:endParaRPr b="1" i="1" sz="2400">
              <a:solidFill>
                <a:srgbClr val="FFFFFF"/>
              </a:solidFill>
              <a:latin typeface="DM Sans"/>
              <a:ea typeface="DM Sans"/>
              <a:cs typeface="DM Sans"/>
              <a:sym typeface="DM Sans"/>
            </a:endParaRPr>
          </a:p>
        </p:txBody>
      </p:sp>
      <p:sp>
        <p:nvSpPr>
          <p:cNvPr id="1007" name="Google Shape;1007;p80"/>
          <p:cNvSpPr txBox="1"/>
          <p:nvPr/>
        </p:nvSpPr>
        <p:spPr>
          <a:xfrm>
            <a:off x="3056325" y="2457900"/>
            <a:ext cx="5859000" cy="1847100"/>
          </a:xfrm>
          <a:prstGeom prst="rect">
            <a:avLst/>
          </a:prstGeom>
          <a:noFill/>
          <a:ln>
            <a:noFill/>
          </a:ln>
          <a:effectLst>
            <a:outerShdw blurRad="71438" rotWithShape="0" algn="bl">
              <a:srgbClr val="000000"/>
            </a:outerShdw>
          </a:effectLst>
        </p:spPr>
        <p:txBody>
          <a:bodyPr anchorCtr="0" anchor="t" bIns="0" lIns="0" spcFirstLastPara="1" rIns="0" wrap="square" tIns="0">
            <a:spAutoFit/>
          </a:bodyPr>
          <a:lstStyle/>
          <a:p>
            <a:pPr indent="0" lvl="0" marL="0" rtl="0" algn="l">
              <a:spcBef>
                <a:spcPts val="0"/>
              </a:spcBef>
              <a:spcAft>
                <a:spcPts val="0"/>
              </a:spcAft>
              <a:buNone/>
            </a:pPr>
            <a:r>
              <a:rPr lang="en" sz="2400">
                <a:solidFill>
                  <a:srgbClr val="FFFFFF"/>
                </a:solidFill>
                <a:latin typeface="DM Sans"/>
                <a:ea typeface="DM Sans"/>
                <a:cs typeface="DM Sans"/>
                <a:sym typeface="DM Sans"/>
              </a:rPr>
              <a:t>The IQR is more appropriate because, unlike the MAD, it is not strongly affected by outliers. When the median is the most appropriate measure of center, the IQR is the most appropriate measure of spread.</a:t>
            </a:r>
            <a:endParaRPr sz="2400">
              <a:solidFill>
                <a:srgbClr val="FFFFFF"/>
              </a:solidFill>
              <a:latin typeface="DM Sans"/>
              <a:ea typeface="DM Sans"/>
              <a:cs typeface="DM Sans"/>
              <a:sym typeface="DM Sans"/>
            </a:endParaRPr>
          </a:p>
        </p:txBody>
      </p:sp>
      <p:pic>
        <p:nvPicPr>
          <p:cNvPr id="1008" name="Google Shape;1008;p80"/>
          <p:cNvPicPr preferRelativeResize="0"/>
          <p:nvPr/>
        </p:nvPicPr>
        <p:blipFill>
          <a:blip r:embed="rId4">
            <a:alphaModFix/>
          </a:blip>
          <a:stretch>
            <a:fillRect/>
          </a:stretch>
        </p:blipFill>
        <p:spPr>
          <a:xfrm>
            <a:off x="228600" y="1490400"/>
            <a:ext cx="2599122" cy="342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006"/>
                                        </p:tgtEl>
                                        <p:attrNameLst>
                                          <p:attrName>style.visibility</p:attrName>
                                        </p:attrNameLst>
                                      </p:cBhvr>
                                      <p:to>
                                        <p:strVal val="visible"/>
                                      </p:to>
                                    </p:set>
                                    <p:animEffect filter="fade" transition="in">
                                      <p:cBhvr>
                                        <p:cTn dur="800"/>
                                        <p:tgtEl>
                                          <p:spTgt spid="10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7"/>
                                        </p:tgtEl>
                                        <p:attrNameLst>
                                          <p:attrName>style.visibility</p:attrName>
                                        </p:attrNameLst>
                                      </p:cBhvr>
                                      <p:to>
                                        <p:strVal val="visible"/>
                                      </p:to>
                                    </p:set>
                                    <p:animEffect filter="fade" transition="in">
                                      <p:cBhvr>
                                        <p:cTn dur="800"/>
                                        <p:tgtEl>
                                          <p:spTgt spid="10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6DED9"/>
        </a:solidFill>
      </p:bgPr>
    </p:bg>
    <p:spTree>
      <p:nvGrpSpPr>
        <p:cNvPr id="1012" name="Shape 1012"/>
        <p:cNvGrpSpPr/>
        <p:nvPr/>
      </p:nvGrpSpPr>
      <p:grpSpPr>
        <a:xfrm>
          <a:off x="0" y="0"/>
          <a:ext cx="0" cy="0"/>
          <a:chOff x="0" y="0"/>
          <a:chExt cx="0" cy="0"/>
        </a:xfrm>
      </p:grpSpPr>
      <p:sp>
        <p:nvSpPr>
          <p:cNvPr id="1013" name="Google Shape;1013;p81"/>
          <p:cNvSpPr/>
          <p:nvPr/>
        </p:nvSpPr>
        <p:spPr>
          <a:xfrm>
            <a:off x="-228600" y="518400"/>
            <a:ext cx="9601200" cy="1477800"/>
          </a:xfrm>
          <a:prstGeom prst="rect">
            <a:avLst/>
          </a:prstGeom>
          <a:solidFill>
            <a:srgbClr val="6D2A4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4" name="Google Shape;1014;p81"/>
          <p:cNvSpPr/>
          <p:nvPr/>
        </p:nvSpPr>
        <p:spPr>
          <a:xfrm>
            <a:off x="228590" y="228602"/>
            <a:ext cx="2057400" cy="2057400"/>
          </a:xfrm>
          <a:prstGeom prst="ellipse">
            <a:avLst/>
          </a:prstGeom>
          <a:solidFill>
            <a:srgbClr val="C6DED9"/>
          </a:solidFill>
          <a:ln cap="flat" cmpd="sng" w="152400">
            <a:solidFill>
              <a:srgbClr val="6D2A4B"/>
            </a:solidFill>
            <a:prstDash val="solid"/>
            <a:round/>
            <a:headEnd len="sm" w="sm" type="none"/>
            <a:tailEnd len="sm" w="sm" type="none"/>
          </a:ln>
        </p:spPr>
        <p:txBody>
          <a:bodyPr anchorCtr="0" anchor="ctr" bIns="0" lIns="0" spcFirstLastPara="1" rIns="0" wrap="square" tIns="228600">
            <a:noAutofit/>
          </a:bodyPr>
          <a:lstStyle/>
          <a:p>
            <a:pPr indent="0" lvl="0" marL="0" rtl="0" algn="ctr">
              <a:lnSpc>
                <a:spcPct val="100000"/>
              </a:lnSpc>
              <a:spcBef>
                <a:spcPts val="0"/>
              </a:spcBef>
              <a:spcAft>
                <a:spcPts val="0"/>
              </a:spcAft>
              <a:buNone/>
            </a:pPr>
            <a:r>
              <a:rPr lang="en" sz="3200">
                <a:latin typeface="Merriweather"/>
                <a:ea typeface="Merriweather"/>
                <a:cs typeface="Merriweather"/>
                <a:sym typeface="Merriweather"/>
              </a:rPr>
              <a:t>Spring</a:t>
            </a:r>
            <a:endParaRPr sz="3200">
              <a:latin typeface="Merriweather"/>
              <a:ea typeface="Merriweather"/>
              <a:cs typeface="Merriweather"/>
              <a:sym typeface="Merriweather"/>
            </a:endParaRPr>
          </a:p>
          <a:p>
            <a:pPr indent="0" lvl="0" marL="0" rtl="0" algn="ctr">
              <a:lnSpc>
                <a:spcPct val="80000"/>
              </a:lnSpc>
              <a:spcBef>
                <a:spcPts val="0"/>
              </a:spcBef>
              <a:spcAft>
                <a:spcPts val="0"/>
              </a:spcAft>
              <a:buNone/>
            </a:pPr>
            <a:r>
              <a:rPr lang="en" sz="9600">
                <a:latin typeface="Merriweather"/>
                <a:ea typeface="Merriweather"/>
                <a:cs typeface="Merriweather"/>
                <a:sym typeface="Merriweather"/>
              </a:rPr>
              <a:t>6</a:t>
            </a:r>
            <a:endParaRPr sz="9600">
              <a:latin typeface="Merriweather"/>
              <a:ea typeface="Merriweather"/>
              <a:cs typeface="Merriweather"/>
              <a:sym typeface="Merriweather"/>
            </a:endParaRPr>
          </a:p>
        </p:txBody>
      </p:sp>
      <p:sp>
        <p:nvSpPr>
          <p:cNvPr id="1015" name="Google Shape;1015;p81"/>
          <p:cNvSpPr/>
          <p:nvPr/>
        </p:nvSpPr>
        <p:spPr>
          <a:xfrm>
            <a:off x="-228600" y="3118800"/>
            <a:ext cx="9601200" cy="1477800"/>
          </a:xfrm>
          <a:prstGeom prst="rect">
            <a:avLst/>
          </a:prstGeom>
          <a:noFill/>
          <a:ln cap="flat" cmpd="sng" w="152400">
            <a:solidFill>
              <a:srgbClr val="6D2A4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6" name="Google Shape;1016;p81"/>
          <p:cNvSpPr/>
          <p:nvPr/>
        </p:nvSpPr>
        <p:spPr>
          <a:xfrm>
            <a:off x="6857990" y="2829002"/>
            <a:ext cx="2057400" cy="2057400"/>
          </a:xfrm>
          <a:prstGeom prst="ellipse">
            <a:avLst/>
          </a:prstGeom>
          <a:solidFill>
            <a:srgbClr val="C6DED9"/>
          </a:solidFill>
          <a:ln cap="flat" cmpd="sng" w="152400">
            <a:solidFill>
              <a:srgbClr val="C6DED9"/>
            </a:solidFill>
            <a:prstDash val="solid"/>
            <a:round/>
            <a:headEnd len="sm" w="sm" type="none"/>
            <a:tailEnd len="sm" w="sm" type="none"/>
          </a:ln>
        </p:spPr>
        <p:txBody>
          <a:bodyPr anchorCtr="0" anchor="ctr" bIns="0" lIns="0" spcFirstLastPara="1" rIns="0" wrap="square" tIns="228600">
            <a:noAutofit/>
          </a:bodyPr>
          <a:lstStyle/>
          <a:p>
            <a:pPr indent="0" lvl="0" marL="0" rtl="0" algn="ctr">
              <a:lnSpc>
                <a:spcPct val="80000"/>
              </a:lnSpc>
              <a:spcBef>
                <a:spcPts val="0"/>
              </a:spcBef>
              <a:spcAft>
                <a:spcPts val="0"/>
              </a:spcAft>
              <a:buNone/>
            </a:pPr>
            <a:r>
              <a:t/>
            </a:r>
            <a:endParaRPr sz="9600">
              <a:latin typeface="Leckerli One"/>
              <a:ea typeface="Leckerli One"/>
              <a:cs typeface="Leckerli One"/>
              <a:sym typeface="Leckerli One"/>
            </a:endParaRPr>
          </a:p>
        </p:txBody>
      </p:sp>
      <p:pic>
        <p:nvPicPr>
          <p:cNvPr id="1017" name="Google Shape;1017;p81" title="1.png"/>
          <p:cNvPicPr preferRelativeResize="0"/>
          <p:nvPr/>
        </p:nvPicPr>
        <p:blipFill>
          <a:blip r:embed="rId3">
            <a:alphaModFix/>
          </a:blip>
          <a:stretch>
            <a:fillRect/>
          </a:stretch>
        </p:blipFill>
        <p:spPr>
          <a:xfrm>
            <a:off x="6857990" y="2829000"/>
            <a:ext cx="2057400" cy="2057400"/>
          </a:xfrm>
          <a:prstGeom prst="rect">
            <a:avLst/>
          </a:prstGeom>
          <a:noFill/>
          <a:ln>
            <a:noFill/>
          </a:ln>
        </p:spPr>
      </p:pic>
      <p:sp>
        <p:nvSpPr>
          <p:cNvPr id="1018" name="Google Shape;1018;p81"/>
          <p:cNvSpPr txBox="1"/>
          <p:nvPr/>
        </p:nvSpPr>
        <p:spPr>
          <a:xfrm>
            <a:off x="-65250" y="3197550"/>
            <a:ext cx="6694800" cy="13203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3600" u="sng">
                <a:solidFill>
                  <a:schemeClr val="hlink"/>
                </a:solidFill>
                <a:latin typeface="Merriweather"/>
                <a:ea typeface="Merriweather"/>
                <a:cs typeface="Merriweather"/>
                <a:sym typeface="Merriweather"/>
                <a:hlinkClick r:id="rId4"/>
              </a:rPr>
              <a:t>Kahoot for ELA</a:t>
            </a:r>
            <a:endParaRPr sz="3600">
              <a:solidFill>
                <a:schemeClr val="dk1"/>
              </a:solidFill>
              <a:latin typeface="Merriweather"/>
              <a:ea typeface="Merriweather"/>
              <a:cs typeface="Merriweather"/>
              <a:sym typeface="Merriweather"/>
            </a:endParaRPr>
          </a:p>
          <a:p>
            <a:pPr indent="0" lvl="0" marL="0" rtl="0" algn="r">
              <a:spcBef>
                <a:spcPts val="0"/>
              </a:spcBef>
              <a:spcAft>
                <a:spcPts val="0"/>
              </a:spcAft>
              <a:buNone/>
            </a:pPr>
            <a:r>
              <a:rPr lang="en" sz="3600" u="sng">
                <a:solidFill>
                  <a:schemeClr val="hlink"/>
                </a:solidFill>
                <a:latin typeface="Merriweather"/>
                <a:ea typeface="Merriweather"/>
                <a:cs typeface="Merriweather"/>
                <a:sym typeface="Merriweather"/>
                <a:hlinkClick r:id="rId5"/>
              </a:rPr>
              <a:t>Kahoot for Statistics</a:t>
            </a:r>
            <a:endParaRPr sz="3600">
              <a:solidFill>
                <a:schemeClr val="dk1"/>
              </a:solidFill>
              <a:latin typeface="Merriweather"/>
              <a:ea typeface="Merriweather"/>
              <a:cs typeface="Merriweather"/>
              <a:sym typeface="Merriweather"/>
            </a:endParaRPr>
          </a:p>
        </p:txBody>
      </p:sp>
      <p:sp>
        <p:nvSpPr>
          <p:cNvPr id="1019" name="Google Shape;1019;p81"/>
          <p:cNvSpPr txBox="1"/>
          <p:nvPr/>
        </p:nvSpPr>
        <p:spPr>
          <a:xfrm>
            <a:off x="2514600" y="518400"/>
            <a:ext cx="6400800" cy="147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solidFill>
                  <a:schemeClr val="lt1"/>
                </a:solidFill>
                <a:latin typeface="Merriweather"/>
                <a:ea typeface="Merriweather"/>
                <a:cs typeface="Merriweather"/>
                <a:sym typeface="Merriweather"/>
              </a:rPr>
              <a:t>Thanks for coming! Questions?</a:t>
            </a:r>
            <a:endParaRPr sz="4800">
              <a:solidFill>
                <a:srgbClr val="FFFFFF"/>
              </a:solidFill>
              <a:latin typeface="Merriweather"/>
              <a:ea typeface="Merriweather"/>
              <a:cs typeface="Merriweather"/>
              <a:sym typeface="Merriweather"/>
            </a:endParaRPr>
          </a:p>
        </p:txBody>
      </p:sp>
    </p:spTree>
  </p:cSld>
  <p:clrMapOvr>
    <a:masterClrMapping/>
  </p:clrMapOvr>
  <p:transition spd="slow">
    <p:fade/>
  </p:transition>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